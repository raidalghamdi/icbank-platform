
<file path=[Content_Types].xml><?xml version="1.0" encoding="utf-8"?>
<Types xmlns="http://schemas.openxmlformats.org/package/2006/content-types">
  <Default Extension="png" ContentType="image/png"/>
  <Default Extension="svg" ContentType="image/svg+xml"/>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2"/>
  </p:sldMasterIdLst>
  <p:notesMasterIdLst>
    <p:notesMasterId r:id="rId5"/>
  </p:notesMasterIdLst>
  <p:handoutMasterIdLst>
    <p:handoutMasterId r:id="rId6"/>
  </p:handoutMasterIdLst>
  <p:sldIdLst>
    <p:sldId id="256" r:id="rId3"/>
    <p:sldId id="2134808935" r:id="rId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DC41A"/>
    <a:srgbClr val="01679B"/>
    <a:srgbClr val="808185"/>
    <a:srgbClr val="989A9F"/>
    <a:srgbClr val="00943D"/>
    <a:srgbClr val="6CAB00"/>
    <a:srgbClr val="F2F2F2"/>
    <a:srgbClr val="1C5831"/>
    <a:srgbClr val="064327"/>
    <a:srgbClr val="00527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330" autoAdjust="0"/>
    <p:restoredTop sz="94694"/>
  </p:normalViewPr>
  <p:slideViewPr>
    <p:cSldViewPr snapToGrid="0">
      <p:cViewPr varScale="1">
        <p:scale>
          <a:sx n="65" d="100"/>
          <a:sy n="65" d="100"/>
        </p:scale>
        <p:origin x="1113" y="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presProps" Target="presProps.xml"/><Relationship Id="rId2" Type="http://schemas.openxmlformats.org/officeDocument/2006/relationships/slideMaster" Target="slideMasters/slideMaster1.xml"/><Relationship Id="rId1" Type="http://schemas.openxmlformats.org/officeDocument/2006/relationships/customXml" Target="../customXml/item1.xml"/><Relationship Id="rId6" Type="http://schemas.openxmlformats.org/officeDocument/2006/relationships/handoutMaster" Target="handoutMasters/handoutMaster1.xml"/><Relationship Id="rId5" Type="http://schemas.openxmlformats.org/officeDocument/2006/relationships/notesMaster" Target="notesMasters/notesMaster1.xml"/><Relationship Id="rId10"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78EBDEB-6AD1-4902-9390-BBEDC62F4E04}" type="datetimeFigureOut">
              <a:rPr lang="en-US" smtClean="0"/>
              <a:t>5/27/2026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009780F-0CBE-4D5D-A227-4746604F6E1B}" type="slidenum">
              <a:rPr lang="en-US" smtClean="0"/>
              <a:t>‹#›</a:t>
            </a:fld>
            <a:endParaRPr lang="en-US"/>
          </a:p>
        </p:txBody>
      </p:sp>
    </p:spTree>
    <p:extLst>
      <p:ext uri="{BB962C8B-B14F-4D97-AF65-F5344CB8AC3E}">
        <p14:creationId xmlns:p14="http://schemas.microsoft.com/office/powerpoint/2010/main" val="234613594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E1205A1-69D2-46FE-B8D7-BD0A14836547}" type="datetimeFigureOut">
              <a:rPr lang="en-US" smtClean="0"/>
              <a:t>5/27/2026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D493C1-46BE-4D26-B264-F2D4416AF9E7}" type="slidenum">
              <a:rPr lang="en-US" smtClean="0"/>
              <a:t>‹#›</a:t>
            </a:fld>
            <a:endParaRPr lang="en-US"/>
          </a:p>
        </p:txBody>
      </p:sp>
    </p:spTree>
    <p:extLst>
      <p:ext uri="{BB962C8B-B14F-4D97-AF65-F5344CB8AC3E}">
        <p14:creationId xmlns:p14="http://schemas.microsoft.com/office/powerpoint/2010/main" val="1140122509"/>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D493C1-46BE-4D26-B264-F2D4416AF9E7}" type="slidenum">
              <a:rPr lang="en-US" smtClean="0"/>
              <a:t>1</a:t>
            </a:fld>
            <a:endParaRPr lang="en-US"/>
          </a:p>
        </p:txBody>
      </p:sp>
    </p:spTree>
    <p:extLst>
      <p:ext uri="{BB962C8B-B14F-4D97-AF65-F5344CB8AC3E}">
        <p14:creationId xmlns:p14="http://schemas.microsoft.com/office/powerpoint/2010/main" val="35615335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D493C1-46BE-4D26-B264-F2D4416AF9E7}" type="slidenum">
              <a:rPr lang="en-US" smtClean="0"/>
              <a:t>2</a:t>
            </a:fld>
            <a:endParaRPr lang="en-US"/>
          </a:p>
        </p:txBody>
      </p:sp>
    </p:spTree>
    <p:extLst>
      <p:ext uri="{BB962C8B-B14F-4D97-AF65-F5344CB8AC3E}">
        <p14:creationId xmlns:p14="http://schemas.microsoft.com/office/powerpoint/2010/main" val="105999689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1808C2E-005E-1306-4231-935D2E4EABFD}"/>
              </a:ext>
            </a:extLst>
          </p:cNvPr>
          <p:cNvSpPr/>
          <p:nvPr userDrawn="1"/>
        </p:nvSpPr>
        <p:spPr>
          <a:xfrm>
            <a:off x="3299792" y="1699591"/>
            <a:ext cx="487018" cy="5158409"/>
          </a:xfrm>
          <a:prstGeom prst="rect">
            <a:avLst/>
          </a:prstGeom>
          <a:solidFill>
            <a:srgbClr val="F2F2F2">
              <a:alpha val="7999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457200" rtl="1" eaLnBrk="1" latinLnBrk="0" hangingPunct="1"/>
            <a:endParaRPr lang="en-SA"/>
          </a:p>
        </p:txBody>
      </p:sp>
      <p:pic>
        <p:nvPicPr>
          <p:cNvPr id="6" name="Picture 5">
            <a:extLst>
              <a:ext uri="{FF2B5EF4-FFF2-40B4-BE49-F238E27FC236}">
                <a16:creationId xmlns:a16="http://schemas.microsoft.com/office/drawing/2014/main" id="{EFA986D2-4415-78B4-067C-5FBB2CC1889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0" y="0"/>
            <a:ext cx="9142467" cy="1699591"/>
          </a:xfrm>
          <a:prstGeom prst="rect">
            <a:avLst/>
          </a:prstGeom>
        </p:spPr>
      </p:pic>
      <p:pic>
        <p:nvPicPr>
          <p:cNvPr id="7" name="Picture 6" hidden="1">
            <a:extLst>
              <a:ext uri="{FF2B5EF4-FFF2-40B4-BE49-F238E27FC236}">
                <a16:creationId xmlns:a16="http://schemas.microsoft.com/office/drawing/2014/main" id="{6A847A0F-C626-764A-BDBD-544BD011DBA1}"/>
              </a:ext>
            </a:extLst>
          </p:cNvPr>
          <p:cNvPicPr>
            <a:picLocks noChangeAspect="1"/>
          </p:cNvPicPr>
          <p:nvPr userDrawn="1"/>
        </p:nvPicPr>
        <p:blipFill>
          <a:blip r:embed="rId3"/>
          <a:stretch>
            <a:fillRect/>
          </a:stretch>
        </p:blipFill>
        <p:spPr>
          <a:xfrm>
            <a:off x="6579704" y="520578"/>
            <a:ext cx="2067339" cy="644365"/>
          </a:xfrm>
          <a:prstGeom prst="rect">
            <a:avLst/>
          </a:prstGeom>
        </p:spPr>
      </p:pic>
      <p:sp>
        <p:nvSpPr>
          <p:cNvPr id="13" name="Picture Placeholder 12">
            <a:extLst>
              <a:ext uri="{FF2B5EF4-FFF2-40B4-BE49-F238E27FC236}">
                <a16:creationId xmlns:a16="http://schemas.microsoft.com/office/drawing/2014/main" id="{C1050C4C-259F-B1FA-A7EB-038DF16E1B3E}"/>
              </a:ext>
            </a:extLst>
          </p:cNvPr>
          <p:cNvSpPr>
            <a:spLocks noGrp="1"/>
          </p:cNvSpPr>
          <p:nvPr>
            <p:ph type="pic" sz="quarter" idx="10"/>
          </p:nvPr>
        </p:nvSpPr>
        <p:spPr>
          <a:xfrm>
            <a:off x="0" y="1699591"/>
            <a:ext cx="3419061" cy="5158409"/>
          </a:xfrm>
          <a:solidFill>
            <a:schemeClr val="bg1">
              <a:lumMod val="95000"/>
            </a:schemeClr>
          </a:solidFill>
        </p:spPr>
        <p:txBody>
          <a:bodyPr/>
          <a:lstStyle/>
          <a:p>
            <a:pPr marL="228600" indent="-228600" algn="r" defTabSz="914400" rtl="1" eaLnBrk="1" latinLnBrk="0" hangingPunct="1">
              <a:lnSpc>
                <a:spcPct val="90000"/>
              </a:lnSpc>
              <a:spcBef>
                <a:spcPts val="1000"/>
              </a:spcBef>
              <a:buFont typeface="Arial" panose="020B0604020202020204" pitchFamily="34" charset="0"/>
              <a:buChar char="•"/>
            </a:pPr>
            <a:endParaRPr lang="en-SA"/>
          </a:p>
        </p:txBody>
      </p:sp>
      <p:sp>
        <p:nvSpPr>
          <p:cNvPr id="15" name="Rectangle 14">
            <a:extLst>
              <a:ext uri="{FF2B5EF4-FFF2-40B4-BE49-F238E27FC236}">
                <a16:creationId xmlns:a16="http://schemas.microsoft.com/office/drawing/2014/main" id="{1B6C8D0F-DF74-4B88-453A-E8E3F303A53A}"/>
              </a:ext>
            </a:extLst>
          </p:cNvPr>
          <p:cNvSpPr/>
          <p:nvPr userDrawn="1"/>
        </p:nvSpPr>
        <p:spPr>
          <a:xfrm>
            <a:off x="3786809" y="1699591"/>
            <a:ext cx="288235" cy="5158409"/>
          </a:xfrm>
          <a:prstGeom prst="rect">
            <a:avLst/>
          </a:prstGeom>
          <a:solidFill>
            <a:srgbClr val="F2F2F2">
              <a:alpha val="3999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457200" rtl="1" eaLnBrk="1" latinLnBrk="0" hangingPunct="1"/>
            <a:endParaRPr lang="en-SA"/>
          </a:p>
        </p:txBody>
      </p:sp>
      <p:pic>
        <p:nvPicPr>
          <p:cNvPr id="16" name="Picture 15">
            <a:extLst>
              <a:ext uri="{FF2B5EF4-FFF2-40B4-BE49-F238E27FC236}">
                <a16:creationId xmlns:a16="http://schemas.microsoft.com/office/drawing/2014/main" id="{286E912A-59E3-3ECE-A461-E87C47A08A3F}"/>
              </a:ext>
            </a:extLst>
          </p:cNvPr>
          <p:cNvPicPr>
            <a:picLocks noChangeAspect="1"/>
          </p:cNvPicPr>
          <p:nvPr userDrawn="1"/>
        </p:nvPicPr>
        <p:blipFill>
          <a:blip r:embed="rId4"/>
          <a:srcRect t="-18469" r="14953" b="18469"/>
          <a:stretch>
            <a:fillRect/>
          </a:stretch>
        </p:blipFill>
        <p:spPr>
          <a:xfrm>
            <a:off x="3786808" y="5207000"/>
            <a:ext cx="5357192" cy="1651000"/>
          </a:xfrm>
          <a:prstGeom prst="rect">
            <a:avLst/>
          </a:prstGeom>
        </p:spPr>
      </p:pic>
      <p:pic>
        <p:nvPicPr>
          <p:cNvPr id="3" name="Picture 2">
            <a:extLst>
              <a:ext uri="{FF2B5EF4-FFF2-40B4-BE49-F238E27FC236}">
                <a16:creationId xmlns:a16="http://schemas.microsoft.com/office/drawing/2014/main" id="{6C8F2E88-D764-48FD-9922-BF2DE378FEDF}"/>
              </a:ext>
            </a:extLst>
          </p:cNvPr>
          <p:cNvPicPr>
            <a:picLocks noChangeAspect="1"/>
          </p:cNvPicPr>
          <p:nvPr userDrawn="1"/>
        </p:nvPicPr>
        <p:blipFill>
          <a:blip r:embed="rId5"/>
          <a:stretch>
            <a:fillRect/>
          </a:stretch>
        </p:blipFill>
        <p:spPr>
          <a:xfrm>
            <a:off x="6434821" y="414382"/>
            <a:ext cx="2357104" cy="856756"/>
          </a:xfrm>
          <a:prstGeom prst="rect">
            <a:avLst/>
          </a:prstGeom>
        </p:spPr>
      </p:pic>
    </p:spTree>
    <p:extLst>
      <p:ext uri="{BB962C8B-B14F-4D97-AF65-F5344CB8AC3E}">
        <p14:creationId xmlns:p14="http://schemas.microsoft.com/office/powerpoint/2010/main" val="6946960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83188C0-240C-0E48-A371-3B879BE12CCC}" type="datetimeFigureOut">
              <a:rPr lang="en-SA" smtClean="0"/>
              <a:t>05/27/2026</a:t>
            </a:fld>
            <a:endParaRPr lang="en-SA"/>
          </a:p>
        </p:txBody>
      </p:sp>
      <p:sp>
        <p:nvSpPr>
          <p:cNvPr id="5" name="Footer Placeholder 4"/>
          <p:cNvSpPr>
            <a:spLocks noGrp="1"/>
          </p:cNvSpPr>
          <p:nvPr>
            <p:ph type="ftr" sz="quarter" idx="11"/>
          </p:nvPr>
        </p:nvSpPr>
        <p:spPr/>
        <p:txBody>
          <a:bodyPr/>
          <a:lstStyle/>
          <a:p>
            <a:endParaRPr lang="en-SA"/>
          </a:p>
        </p:txBody>
      </p:sp>
      <p:sp>
        <p:nvSpPr>
          <p:cNvPr id="6" name="Slide Number Placeholder 5"/>
          <p:cNvSpPr>
            <a:spLocks noGrp="1"/>
          </p:cNvSpPr>
          <p:nvPr>
            <p:ph type="sldNum" sz="quarter" idx="12"/>
          </p:nvPr>
        </p:nvSpPr>
        <p:spPr/>
        <p:txBody>
          <a:bodyPr/>
          <a:lstStyle/>
          <a:p>
            <a:fld id="{1D4D9BDD-4BC3-3241-A9A7-D7E51DE10168}" type="slidenum">
              <a:rPr lang="en-SA" smtClean="0"/>
              <a:t>‹#›</a:t>
            </a:fld>
            <a:endParaRPr lang="en-SA"/>
          </a:p>
        </p:txBody>
      </p:sp>
    </p:spTree>
    <p:extLst>
      <p:ext uri="{BB962C8B-B14F-4D97-AF65-F5344CB8AC3E}">
        <p14:creationId xmlns:p14="http://schemas.microsoft.com/office/powerpoint/2010/main" val="41358954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83188C0-240C-0E48-A371-3B879BE12CCC}" type="datetimeFigureOut">
              <a:rPr lang="en-SA" smtClean="0"/>
              <a:t>05/27/2026</a:t>
            </a:fld>
            <a:endParaRPr lang="en-SA"/>
          </a:p>
        </p:txBody>
      </p:sp>
      <p:sp>
        <p:nvSpPr>
          <p:cNvPr id="5" name="Footer Placeholder 4"/>
          <p:cNvSpPr>
            <a:spLocks noGrp="1"/>
          </p:cNvSpPr>
          <p:nvPr>
            <p:ph type="ftr" sz="quarter" idx="11"/>
          </p:nvPr>
        </p:nvSpPr>
        <p:spPr/>
        <p:txBody>
          <a:bodyPr/>
          <a:lstStyle/>
          <a:p>
            <a:endParaRPr lang="en-SA"/>
          </a:p>
        </p:txBody>
      </p:sp>
      <p:sp>
        <p:nvSpPr>
          <p:cNvPr id="6" name="Slide Number Placeholder 5"/>
          <p:cNvSpPr>
            <a:spLocks noGrp="1"/>
          </p:cNvSpPr>
          <p:nvPr>
            <p:ph type="sldNum" sz="quarter" idx="12"/>
          </p:nvPr>
        </p:nvSpPr>
        <p:spPr/>
        <p:txBody>
          <a:bodyPr/>
          <a:lstStyle/>
          <a:p>
            <a:fld id="{1D4D9BDD-4BC3-3241-A9A7-D7E51DE10168}" type="slidenum">
              <a:rPr lang="en-SA" smtClean="0"/>
              <a:t>‹#›</a:t>
            </a:fld>
            <a:endParaRPr lang="en-SA"/>
          </a:p>
        </p:txBody>
      </p:sp>
    </p:spTree>
    <p:extLst>
      <p:ext uri="{BB962C8B-B14F-4D97-AF65-F5344CB8AC3E}">
        <p14:creationId xmlns:p14="http://schemas.microsoft.com/office/powerpoint/2010/main" val="34795546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83188C0-240C-0E48-A371-3B879BE12CCC}" type="datetimeFigureOut">
              <a:rPr lang="en-SA" smtClean="0"/>
              <a:t>05/27/2026</a:t>
            </a:fld>
            <a:endParaRPr lang="en-SA"/>
          </a:p>
        </p:txBody>
      </p:sp>
      <p:sp>
        <p:nvSpPr>
          <p:cNvPr id="6" name="Footer Placeholder 5"/>
          <p:cNvSpPr>
            <a:spLocks noGrp="1"/>
          </p:cNvSpPr>
          <p:nvPr>
            <p:ph type="ftr" sz="quarter" idx="11"/>
          </p:nvPr>
        </p:nvSpPr>
        <p:spPr/>
        <p:txBody>
          <a:bodyPr/>
          <a:lstStyle/>
          <a:p>
            <a:endParaRPr lang="en-SA"/>
          </a:p>
        </p:txBody>
      </p:sp>
      <p:sp>
        <p:nvSpPr>
          <p:cNvPr id="7" name="Slide Number Placeholder 6"/>
          <p:cNvSpPr>
            <a:spLocks noGrp="1"/>
          </p:cNvSpPr>
          <p:nvPr>
            <p:ph type="sldNum" sz="quarter" idx="12"/>
          </p:nvPr>
        </p:nvSpPr>
        <p:spPr/>
        <p:txBody>
          <a:bodyPr/>
          <a:lstStyle/>
          <a:p>
            <a:fld id="{1D4D9BDD-4BC3-3241-A9A7-D7E51DE10168}" type="slidenum">
              <a:rPr lang="en-SA" smtClean="0"/>
              <a:t>‹#›</a:t>
            </a:fld>
            <a:endParaRPr lang="en-SA"/>
          </a:p>
        </p:txBody>
      </p:sp>
    </p:spTree>
    <p:extLst>
      <p:ext uri="{BB962C8B-B14F-4D97-AF65-F5344CB8AC3E}">
        <p14:creationId xmlns:p14="http://schemas.microsoft.com/office/powerpoint/2010/main" val="29887836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83188C0-240C-0E48-A371-3B879BE12CCC}" type="datetimeFigureOut">
              <a:rPr lang="en-SA" smtClean="0"/>
              <a:t>05/27/2026</a:t>
            </a:fld>
            <a:endParaRPr lang="en-SA"/>
          </a:p>
        </p:txBody>
      </p:sp>
      <p:sp>
        <p:nvSpPr>
          <p:cNvPr id="8" name="Footer Placeholder 7"/>
          <p:cNvSpPr>
            <a:spLocks noGrp="1"/>
          </p:cNvSpPr>
          <p:nvPr>
            <p:ph type="ftr" sz="quarter" idx="11"/>
          </p:nvPr>
        </p:nvSpPr>
        <p:spPr/>
        <p:txBody>
          <a:bodyPr/>
          <a:lstStyle/>
          <a:p>
            <a:endParaRPr lang="en-SA"/>
          </a:p>
        </p:txBody>
      </p:sp>
      <p:sp>
        <p:nvSpPr>
          <p:cNvPr id="9" name="Slide Number Placeholder 8"/>
          <p:cNvSpPr>
            <a:spLocks noGrp="1"/>
          </p:cNvSpPr>
          <p:nvPr>
            <p:ph type="sldNum" sz="quarter" idx="12"/>
          </p:nvPr>
        </p:nvSpPr>
        <p:spPr/>
        <p:txBody>
          <a:bodyPr/>
          <a:lstStyle/>
          <a:p>
            <a:fld id="{1D4D9BDD-4BC3-3241-A9A7-D7E51DE10168}" type="slidenum">
              <a:rPr lang="en-SA" smtClean="0"/>
              <a:t>‹#›</a:t>
            </a:fld>
            <a:endParaRPr lang="en-SA"/>
          </a:p>
        </p:txBody>
      </p:sp>
    </p:spTree>
    <p:extLst>
      <p:ext uri="{BB962C8B-B14F-4D97-AF65-F5344CB8AC3E}">
        <p14:creationId xmlns:p14="http://schemas.microsoft.com/office/powerpoint/2010/main" val="14432431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83188C0-240C-0E48-A371-3B879BE12CCC}" type="datetimeFigureOut">
              <a:rPr lang="en-SA" smtClean="0"/>
              <a:t>05/27/2026</a:t>
            </a:fld>
            <a:endParaRPr lang="en-SA"/>
          </a:p>
        </p:txBody>
      </p:sp>
      <p:sp>
        <p:nvSpPr>
          <p:cNvPr id="4" name="Footer Placeholder 3"/>
          <p:cNvSpPr>
            <a:spLocks noGrp="1"/>
          </p:cNvSpPr>
          <p:nvPr>
            <p:ph type="ftr" sz="quarter" idx="11"/>
          </p:nvPr>
        </p:nvSpPr>
        <p:spPr/>
        <p:txBody>
          <a:bodyPr/>
          <a:lstStyle/>
          <a:p>
            <a:endParaRPr lang="en-SA"/>
          </a:p>
        </p:txBody>
      </p:sp>
      <p:sp>
        <p:nvSpPr>
          <p:cNvPr id="5" name="Slide Number Placeholder 4"/>
          <p:cNvSpPr>
            <a:spLocks noGrp="1"/>
          </p:cNvSpPr>
          <p:nvPr>
            <p:ph type="sldNum" sz="quarter" idx="12"/>
          </p:nvPr>
        </p:nvSpPr>
        <p:spPr/>
        <p:txBody>
          <a:bodyPr/>
          <a:lstStyle/>
          <a:p>
            <a:fld id="{1D4D9BDD-4BC3-3241-A9A7-D7E51DE10168}" type="slidenum">
              <a:rPr lang="en-SA" smtClean="0"/>
              <a:t>‹#›</a:t>
            </a:fld>
            <a:endParaRPr lang="en-SA"/>
          </a:p>
        </p:txBody>
      </p:sp>
    </p:spTree>
    <p:extLst>
      <p:ext uri="{BB962C8B-B14F-4D97-AF65-F5344CB8AC3E}">
        <p14:creationId xmlns:p14="http://schemas.microsoft.com/office/powerpoint/2010/main" val="35980711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83188C0-240C-0E48-A371-3B879BE12CCC}" type="datetimeFigureOut">
              <a:rPr lang="en-SA" smtClean="0"/>
              <a:t>05/27/2026</a:t>
            </a:fld>
            <a:endParaRPr lang="en-SA"/>
          </a:p>
        </p:txBody>
      </p:sp>
      <p:sp>
        <p:nvSpPr>
          <p:cNvPr id="3" name="Footer Placeholder 2"/>
          <p:cNvSpPr>
            <a:spLocks noGrp="1"/>
          </p:cNvSpPr>
          <p:nvPr>
            <p:ph type="ftr" sz="quarter" idx="11"/>
          </p:nvPr>
        </p:nvSpPr>
        <p:spPr/>
        <p:txBody>
          <a:bodyPr/>
          <a:lstStyle/>
          <a:p>
            <a:endParaRPr lang="en-SA"/>
          </a:p>
        </p:txBody>
      </p:sp>
      <p:sp>
        <p:nvSpPr>
          <p:cNvPr id="4" name="Slide Number Placeholder 3"/>
          <p:cNvSpPr>
            <a:spLocks noGrp="1"/>
          </p:cNvSpPr>
          <p:nvPr>
            <p:ph type="sldNum" sz="quarter" idx="12"/>
          </p:nvPr>
        </p:nvSpPr>
        <p:spPr/>
        <p:txBody>
          <a:bodyPr/>
          <a:lstStyle/>
          <a:p>
            <a:fld id="{1D4D9BDD-4BC3-3241-A9A7-D7E51DE10168}" type="slidenum">
              <a:rPr lang="en-SA" smtClean="0"/>
              <a:t>‹#›</a:t>
            </a:fld>
            <a:endParaRPr lang="en-SA"/>
          </a:p>
        </p:txBody>
      </p:sp>
    </p:spTree>
    <p:extLst>
      <p:ext uri="{BB962C8B-B14F-4D97-AF65-F5344CB8AC3E}">
        <p14:creationId xmlns:p14="http://schemas.microsoft.com/office/powerpoint/2010/main" val="18520110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83188C0-240C-0E48-A371-3B879BE12CCC}" type="datetimeFigureOut">
              <a:rPr lang="en-SA" smtClean="0"/>
              <a:t>05/27/2026</a:t>
            </a:fld>
            <a:endParaRPr lang="en-SA"/>
          </a:p>
        </p:txBody>
      </p:sp>
      <p:sp>
        <p:nvSpPr>
          <p:cNvPr id="6" name="Footer Placeholder 5"/>
          <p:cNvSpPr>
            <a:spLocks noGrp="1"/>
          </p:cNvSpPr>
          <p:nvPr>
            <p:ph type="ftr" sz="quarter" idx="11"/>
          </p:nvPr>
        </p:nvSpPr>
        <p:spPr/>
        <p:txBody>
          <a:bodyPr/>
          <a:lstStyle/>
          <a:p>
            <a:endParaRPr lang="en-SA"/>
          </a:p>
        </p:txBody>
      </p:sp>
      <p:sp>
        <p:nvSpPr>
          <p:cNvPr id="7" name="Slide Number Placeholder 6"/>
          <p:cNvSpPr>
            <a:spLocks noGrp="1"/>
          </p:cNvSpPr>
          <p:nvPr>
            <p:ph type="sldNum" sz="quarter" idx="12"/>
          </p:nvPr>
        </p:nvSpPr>
        <p:spPr/>
        <p:txBody>
          <a:bodyPr/>
          <a:lstStyle/>
          <a:p>
            <a:fld id="{1D4D9BDD-4BC3-3241-A9A7-D7E51DE10168}" type="slidenum">
              <a:rPr lang="en-SA" smtClean="0"/>
              <a:t>‹#›</a:t>
            </a:fld>
            <a:endParaRPr lang="en-SA"/>
          </a:p>
        </p:txBody>
      </p:sp>
    </p:spTree>
    <p:extLst>
      <p:ext uri="{BB962C8B-B14F-4D97-AF65-F5344CB8AC3E}">
        <p14:creationId xmlns:p14="http://schemas.microsoft.com/office/powerpoint/2010/main" val="841867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83188C0-240C-0E48-A371-3B879BE12CCC}" type="datetimeFigureOut">
              <a:rPr lang="en-SA" smtClean="0"/>
              <a:t>05/27/2026</a:t>
            </a:fld>
            <a:endParaRPr lang="en-SA"/>
          </a:p>
        </p:txBody>
      </p:sp>
      <p:sp>
        <p:nvSpPr>
          <p:cNvPr id="6" name="Footer Placeholder 5"/>
          <p:cNvSpPr>
            <a:spLocks noGrp="1"/>
          </p:cNvSpPr>
          <p:nvPr>
            <p:ph type="ftr" sz="quarter" idx="11"/>
          </p:nvPr>
        </p:nvSpPr>
        <p:spPr/>
        <p:txBody>
          <a:bodyPr/>
          <a:lstStyle/>
          <a:p>
            <a:endParaRPr lang="en-SA"/>
          </a:p>
        </p:txBody>
      </p:sp>
      <p:sp>
        <p:nvSpPr>
          <p:cNvPr id="7" name="Slide Number Placeholder 6"/>
          <p:cNvSpPr>
            <a:spLocks noGrp="1"/>
          </p:cNvSpPr>
          <p:nvPr>
            <p:ph type="sldNum" sz="quarter" idx="12"/>
          </p:nvPr>
        </p:nvSpPr>
        <p:spPr/>
        <p:txBody>
          <a:bodyPr/>
          <a:lstStyle/>
          <a:p>
            <a:fld id="{1D4D9BDD-4BC3-3241-A9A7-D7E51DE10168}" type="slidenum">
              <a:rPr lang="en-SA" smtClean="0"/>
              <a:t>‹#›</a:t>
            </a:fld>
            <a:endParaRPr lang="en-SA"/>
          </a:p>
        </p:txBody>
      </p:sp>
    </p:spTree>
    <p:extLst>
      <p:ext uri="{BB962C8B-B14F-4D97-AF65-F5344CB8AC3E}">
        <p14:creationId xmlns:p14="http://schemas.microsoft.com/office/powerpoint/2010/main" val="7542483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83188C0-240C-0E48-A371-3B879BE12CCC}" type="datetimeFigureOut">
              <a:rPr lang="en-SA" smtClean="0"/>
              <a:t>05/27/2026</a:t>
            </a:fld>
            <a:endParaRPr lang="en-SA"/>
          </a:p>
        </p:txBody>
      </p:sp>
      <p:sp>
        <p:nvSpPr>
          <p:cNvPr id="5" name="Footer Placeholder 4"/>
          <p:cNvSpPr>
            <a:spLocks noGrp="1"/>
          </p:cNvSpPr>
          <p:nvPr>
            <p:ph type="ftr" sz="quarter" idx="11"/>
          </p:nvPr>
        </p:nvSpPr>
        <p:spPr/>
        <p:txBody>
          <a:bodyPr/>
          <a:lstStyle/>
          <a:p>
            <a:endParaRPr lang="en-SA"/>
          </a:p>
        </p:txBody>
      </p:sp>
      <p:sp>
        <p:nvSpPr>
          <p:cNvPr id="6" name="Slide Number Placeholder 5"/>
          <p:cNvSpPr>
            <a:spLocks noGrp="1"/>
          </p:cNvSpPr>
          <p:nvPr>
            <p:ph type="sldNum" sz="quarter" idx="12"/>
          </p:nvPr>
        </p:nvSpPr>
        <p:spPr/>
        <p:txBody>
          <a:bodyPr/>
          <a:lstStyle/>
          <a:p>
            <a:fld id="{1D4D9BDD-4BC3-3241-A9A7-D7E51DE10168}" type="slidenum">
              <a:rPr lang="en-SA" smtClean="0"/>
              <a:t>‹#›</a:t>
            </a:fld>
            <a:endParaRPr lang="en-SA"/>
          </a:p>
        </p:txBody>
      </p:sp>
    </p:spTree>
    <p:extLst>
      <p:ext uri="{BB962C8B-B14F-4D97-AF65-F5344CB8AC3E}">
        <p14:creationId xmlns:p14="http://schemas.microsoft.com/office/powerpoint/2010/main" val="37789068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83188C0-240C-0E48-A371-3B879BE12CCC}" type="datetimeFigureOut">
              <a:rPr lang="en-SA" smtClean="0"/>
              <a:t>05/27/2026</a:t>
            </a:fld>
            <a:endParaRPr lang="en-SA"/>
          </a:p>
        </p:txBody>
      </p:sp>
      <p:sp>
        <p:nvSpPr>
          <p:cNvPr id="5" name="Footer Placeholder 4"/>
          <p:cNvSpPr>
            <a:spLocks noGrp="1"/>
          </p:cNvSpPr>
          <p:nvPr>
            <p:ph type="ftr" sz="quarter" idx="11"/>
          </p:nvPr>
        </p:nvSpPr>
        <p:spPr/>
        <p:txBody>
          <a:bodyPr/>
          <a:lstStyle/>
          <a:p>
            <a:endParaRPr lang="en-SA"/>
          </a:p>
        </p:txBody>
      </p:sp>
      <p:sp>
        <p:nvSpPr>
          <p:cNvPr id="6" name="Slide Number Placeholder 5"/>
          <p:cNvSpPr>
            <a:spLocks noGrp="1"/>
          </p:cNvSpPr>
          <p:nvPr>
            <p:ph type="sldNum" sz="quarter" idx="12"/>
          </p:nvPr>
        </p:nvSpPr>
        <p:spPr/>
        <p:txBody>
          <a:bodyPr/>
          <a:lstStyle/>
          <a:p>
            <a:fld id="{1D4D9BDD-4BC3-3241-A9A7-D7E51DE10168}" type="slidenum">
              <a:rPr lang="en-SA" smtClean="0"/>
              <a:t>‹#›</a:t>
            </a:fld>
            <a:endParaRPr lang="en-SA"/>
          </a:p>
        </p:txBody>
      </p:sp>
    </p:spTree>
    <p:extLst>
      <p:ext uri="{BB962C8B-B14F-4D97-AF65-F5344CB8AC3E}">
        <p14:creationId xmlns:p14="http://schemas.microsoft.com/office/powerpoint/2010/main" val="10430430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20_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BCB0236-D1FB-4F16-9D91-75EBB401EC5C}"/>
              </a:ext>
            </a:extLst>
          </p:cNvPr>
          <p:cNvSpPr/>
          <p:nvPr userDrawn="1"/>
        </p:nvSpPr>
        <p:spPr>
          <a:xfrm>
            <a:off x="8900652" y="255639"/>
            <a:ext cx="243348" cy="452284"/>
          </a:xfrm>
          <a:prstGeom prst="rect">
            <a:avLst/>
          </a:prstGeom>
          <a:solidFill>
            <a:srgbClr val="9DC4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5" name="Graphic 4">
            <a:extLst>
              <a:ext uri="{FF2B5EF4-FFF2-40B4-BE49-F238E27FC236}">
                <a16:creationId xmlns:a16="http://schemas.microsoft.com/office/drawing/2014/main" id="{A4FE5182-08AF-443F-98CA-349052F61DB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7315" y="234161"/>
            <a:ext cx="1200151" cy="358963"/>
          </a:xfrm>
          <a:prstGeom prst="rect">
            <a:avLst/>
          </a:prstGeom>
        </p:spPr>
      </p:pic>
      <p:sp>
        <p:nvSpPr>
          <p:cNvPr id="11" name="Footer Placeholder 2">
            <a:extLst>
              <a:ext uri="{FF2B5EF4-FFF2-40B4-BE49-F238E27FC236}">
                <a16:creationId xmlns:a16="http://schemas.microsoft.com/office/drawing/2014/main" id="{8266EE2A-69DB-0DDE-8838-9B5642F648BE}"/>
              </a:ext>
            </a:extLst>
          </p:cNvPr>
          <p:cNvSpPr>
            <a:spLocks noGrp="1"/>
          </p:cNvSpPr>
          <p:nvPr>
            <p:ph type="ftr" sz="quarter" idx="12"/>
          </p:nvPr>
        </p:nvSpPr>
        <p:spPr>
          <a:xfrm>
            <a:off x="5651455" y="6356351"/>
            <a:ext cx="3086100" cy="365125"/>
          </a:xfrm>
        </p:spPr>
        <p:txBody>
          <a:bodyPr/>
          <a:lstStyle>
            <a:lvl1pPr algn="r" rtl="1">
              <a:defRPr/>
            </a:lvl1pPr>
          </a:lstStyle>
          <a:p>
            <a:pPr algn="l" defTabSz="685800" rtl="0"/>
            <a:endParaRPr lang="en-GB" dirty="0"/>
          </a:p>
        </p:txBody>
      </p:sp>
      <p:sp>
        <p:nvSpPr>
          <p:cNvPr id="12" name="Slide Number Placeholder 5">
            <a:extLst>
              <a:ext uri="{FF2B5EF4-FFF2-40B4-BE49-F238E27FC236}">
                <a16:creationId xmlns:a16="http://schemas.microsoft.com/office/drawing/2014/main" id="{4A865271-2D09-9828-E074-8EE6C677FB76}"/>
              </a:ext>
            </a:extLst>
          </p:cNvPr>
          <p:cNvSpPr>
            <a:spLocks noGrp="1"/>
          </p:cNvSpPr>
          <p:nvPr>
            <p:ph type="sldNum" sz="quarter" idx="10"/>
          </p:nvPr>
        </p:nvSpPr>
        <p:spPr>
          <a:xfrm>
            <a:off x="8556580" y="6356351"/>
            <a:ext cx="361949" cy="365125"/>
          </a:xfrm>
        </p:spPr>
        <p:txBody>
          <a:bodyPr/>
          <a:lstStyle>
            <a:lvl1pPr>
              <a:defRPr>
                <a:solidFill>
                  <a:schemeClr val="bg1">
                    <a:lumMod val="50000"/>
                  </a:schemeClr>
                </a:solidFill>
              </a:defRPr>
            </a:lvl1pPr>
          </a:lstStyle>
          <a:p>
            <a:fld id="{68EB16D5-C24E-4371-9951-8AC4E04B43E4}" type="slidenum">
              <a:rPr lang="en-US" smtClean="0"/>
              <a:pPr/>
              <a:t>‹#›</a:t>
            </a:fld>
            <a:endParaRPr lang="en-US" dirty="0"/>
          </a:p>
        </p:txBody>
      </p:sp>
    </p:spTree>
    <p:extLst>
      <p:ext uri="{BB962C8B-B14F-4D97-AF65-F5344CB8AC3E}">
        <p14:creationId xmlns:p14="http://schemas.microsoft.com/office/powerpoint/2010/main" val="19876456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83188C0-240C-0E48-A371-3B879BE12CCC}" type="datetimeFigureOut">
              <a:rPr lang="en-SA" smtClean="0"/>
              <a:t>05/27/2026</a:t>
            </a:fld>
            <a:endParaRPr lang="en-SA"/>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SA"/>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D4D9BDD-4BC3-3241-A9A7-D7E51DE10168}" type="slidenum">
              <a:rPr lang="en-SA" smtClean="0"/>
              <a:t>‹#›</a:t>
            </a:fld>
            <a:endParaRPr lang="en-SA"/>
          </a:p>
        </p:txBody>
      </p:sp>
    </p:spTree>
    <p:extLst>
      <p:ext uri="{BB962C8B-B14F-4D97-AF65-F5344CB8AC3E}">
        <p14:creationId xmlns:p14="http://schemas.microsoft.com/office/powerpoint/2010/main" val="339220839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4"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2.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7C7B1DEF-AC11-4322-9154-3F029DB9B97D}"/>
              </a:ext>
            </a:extLst>
          </p:cNvPr>
          <p:cNvSpPr/>
          <p:nvPr/>
        </p:nvSpPr>
        <p:spPr>
          <a:xfrm>
            <a:off x="4059011" y="4514751"/>
            <a:ext cx="4663359" cy="1062933"/>
          </a:xfrm>
          <a:prstGeom prst="rect">
            <a:avLst/>
          </a:prstGeom>
          <a:solidFill>
            <a:srgbClr val="A6C700">
              <a:alpha val="4000"/>
            </a:srgbClr>
          </a:solidFill>
          <a:ln w="9525" cap="flat">
            <a:noFill/>
            <a:prstDash val="solid"/>
            <a:miter/>
          </a:ln>
        </p:spPr>
        <p:txBody>
          <a:bodyPr/>
          <a:lstStyle/>
          <a:p>
            <a:endParaRPr lang="en-US" dirty="0"/>
          </a:p>
        </p:txBody>
      </p:sp>
      <p:sp>
        <p:nvSpPr>
          <p:cNvPr id="25" name="Rectangle 24">
            <a:extLst>
              <a:ext uri="{FF2B5EF4-FFF2-40B4-BE49-F238E27FC236}">
                <a16:creationId xmlns:a16="http://schemas.microsoft.com/office/drawing/2014/main" id="{1C9FB29A-962B-4607-9D14-85C432295090}"/>
              </a:ext>
            </a:extLst>
          </p:cNvPr>
          <p:cNvSpPr/>
          <p:nvPr/>
        </p:nvSpPr>
        <p:spPr>
          <a:xfrm>
            <a:off x="4063461" y="2305348"/>
            <a:ext cx="4658910" cy="2223109"/>
          </a:xfrm>
          <a:prstGeom prst="rect">
            <a:avLst/>
          </a:prstGeom>
          <a:solidFill>
            <a:srgbClr val="A6C700">
              <a:alpha val="4000"/>
            </a:srgbClr>
          </a:solidFill>
          <a:ln w="9525" cap="flat">
            <a:noFill/>
            <a:prstDash val="solid"/>
            <a:miter/>
          </a:ln>
        </p:spPr>
        <p:txBody>
          <a:bodyPr/>
          <a:lstStyle/>
          <a:p>
            <a:endParaRPr lang="en-US" dirty="0"/>
          </a:p>
        </p:txBody>
      </p:sp>
      <p:sp>
        <p:nvSpPr>
          <p:cNvPr id="10" name="Subtitle 2">
            <a:extLst>
              <a:ext uri="{FF2B5EF4-FFF2-40B4-BE49-F238E27FC236}">
                <a16:creationId xmlns:a16="http://schemas.microsoft.com/office/drawing/2014/main" id="{F128D0FF-70BD-4B2F-8911-18A62B4CBE0A}"/>
              </a:ext>
            </a:extLst>
          </p:cNvPr>
          <p:cNvSpPr txBox="1">
            <a:spLocks/>
          </p:cNvSpPr>
          <p:nvPr/>
        </p:nvSpPr>
        <p:spPr>
          <a:xfrm>
            <a:off x="3949489" y="2741609"/>
            <a:ext cx="4658910" cy="1692129"/>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rtl="1">
              <a:lnSpc>
                <a:spcPct val="100000"/>
              </a:lnSpc>
              <a:spcBef>
                <a:spcPts val="300"/>
              </a:spcBef>
              <a:buNone/>
            </a:pPr>
            <a:r>
              <a:rPr lang="ar-SA" sz="1100" dirty="0">
                <a:solidFill>
                  <a:srgbClr val="808185"/>
                </a:solidFill>
                <a:latin typeface="Frutiger LT Arabic 45 Light" pitchFamily="2" charset="-78"/>
                <a:cs typeface="Frutiger LT Arabic 45 Light" pitchFamily="2" charset="-78"/>
              </a:rPr>
              <a:t>محتوى محتوى محتوى محتوى محتوى محتوى محتوى محتوى محتوى محتوى محتوى محتوى محتوى محتوى محتوى محتوىمحتوى محتوى محتوى محتوى محتوى محتوى محتوى محتوى محتوى محتوى محتوى محتوى محتوى محتوى محتوى محتوى محتوى محتوى محتوى محتوى محتوى محتوى محتوى محتوى محتوى محتوى محتوى محتوى محتوى محتوى محتوى محتوى</a:t>
            </a:r>
          </a:p>
          <a:p>
            <a:pPr marL="0" indent="0" algn="r" rtl="1">
              <a:lnSpc>
                <a:spcPct val="100000"/>
              </a:lnSpc>
              <a:spcBef>
                <a:spcPts val="300"/>
              </a:spcBef>
              <a:buNone/>
            </a:pPr>
            <a:r>
              <a:rPr lang="ar-SA" sz="1100" dirty="0">
                <a:solidFill>
                  <a:srgbClr val="808185"/>
                </a:solidFill>
                <a:latin typeface="Frutiger LT Arabic 45 Light" pitchFamily="2" charset="-78"/>
                <a:cs typeface="Frutiger LT Arabic 45 Light" pitchFamily="2" charset="-78"/>
              </a:rPr>
              <a:t>محتوى محتوى محتوى محتوى محتوى محتوى محتوى محتوى محتوى محتوى محتوى محتوى محتوى محتوى محتوى محتوى</a:t>
            </a:r>
          </a:p>
          <a:p>
            <a:pPr marL="0" indent="0" algn="r" rtl="1">
              <a:lnSpc>
                <a:spcPct val="100000"/>
              </a:lnSpc>
              <a:spcBef>
                <a:spcPts val="300"/>
              </a:spcBef>
              <a:buNone/>
            </a:pPr>
            <a:endParaRPr lang="ar-SA" sz="1100" dirty="0">
              <a:solidFill>
                <a:srgbClr val="808185"/>
              </a:solidFill>
              <a:latin typeface="Frutiger LT Arabic 45 Light" pitchFamily="2" charset="-78"/>
              <a:cs typeface="Frutiger LT Arabic 45 Light" pitchFamily="2" charset="-78"/>
            </a:endParaRPr>
          </a:p>
        </p:txBody>
      </p:sp>
      <p:sp>
        <p:nvSpPr>
          <p:cNvPr id="15" name="TextBox 14">
            <a:extLst>
              <a:ext uri="{FF2B5EF4-FFF2-40B4-BE49-F238E27FC236}">
                <a16:creationId xmlns:a16="http://schemas.microsoft.com/office/drawing/2014/main" id="{BF3A9188-735F-42EF-BB28-CE746EBEBE11}"/>
              </a:ext>
            </a:extLst>
          </p:cNvPr>
          <p:cNvSpPr txBox="1"/>
          <p:nvPr/>
        </p:nvSpPr>
        <p:spPr>
          <a:xfrm>
            <a:off x="3790950" y="1843683"/>
            <a:ext cx="5122309" cy="461665"/>
          </a:xfrm>
          <a:prstGeom prst="rect">
            <a:avLst/>
          </a:prstGeom>
          <a:noFill/>
        </p:spPr>
        <p:txBody>
          <a:bodyPr wrap="square" rtlCol="0">
            <a:spAutoFit/>
          </a:bodyPr>
          <a:lstStyle/>
          <a:p>
            <a:pPr algn="justLow" rtl="1"/>
            <a:r>
              <a:rPr lang="ar-SA" sz="2400" b="1" dirty="0">
                <a:solidFill>
                  <a:srgbClr val="01679B"/>
                </a:solidFill>
                <a:latin typeface="Frutiger LT Arabic 45 Light" pitchFamily="2" charset="-78"/>
                <a:cs typeface="Frutiger LT Arabic 45 Light" pitchFamily="2" charset="-78"/>
              </a:rPr>
              <a:t>آلية رفع طلبات العمل عن بعد</a:t>
            </a:r>
          </a:p>
        </p:txBody>
      </p:sp>
      <p:sp>
        <p:nvSpPr>
          <p:cNvPr id="4" name="TextBox 3">
            <a:extLst>
              <a:ext uri="{FF2B5EF4-FFF2-40B4-BE49-F238E27FC236}">
                <a16:creationId xmlns:a16="http://schemas.microsoft.com/office/drawing/2014/main" id="{43F8C7D7-C6B3-94F9-49E4-01078773FC8F}"/>
              </a:ext>
            </a:extLst>
          </p:cNvPr>
          <p:cNvSpPr txBox="1"/>
          <p:nvPr/>
        </p:nvSpPr>
        <p:spPr>
          <a:xfrm>
            <a:off x="4108746" y="4530644"/>
            <a:ext cx="4499653" cy="307777"/>
          </a:xfrm>
          <a:prstGeom prst="rect">
            <a:avLst/>
          </a:prstGeom>
          <a:noFill/>
        </p:spPr>
        <p:txBody>
          <a:bodyPr wrap="square" anchor="ctr">
            <a:spAutoFit/>
          </a:bodyPr>
          <a:lstStyle/>
          <a:p>
            <a:pPr algn="justLow" defTabSz="914400" rtl="1">
              <a:spcBef>
                <a:spcPts val="1000"/>
              </a:spcBef>
            </a:pPr>
            <a:r>
              <a:rPr lang="ar-SA" sz="1400" b="1" u="sng" dirty="0">
                <a:solidFill>
                  <a:srgbClr val="9DC41A"/>
                </a:solidFill>
                <a:latin typeface="Frutiger LT Arabic 45 Light" pitchFamily="2" charset="-78"/>
                <a:cs typeface="Frutiger LT Arabic 45 Light" pitchFamily="2" charset="-78"/>
              </a:rPr>
              <a:t>عنوان</a:t>
            </a:r>
          </a:p>
        </p:txBody>
      </p:sp>
      <p:pic>
        <p:nvPicPr>
          <p:cNvPr id="17" name="Graphic 16">
            <a:extLst>
              <a:ext uri="{FF2B5EF4-FFF2-40B4-BE49-F238E27FC236}">
                <a16:creationId xmlns:a16="http://schemas.microsoft.com/office/drawing/2014/main" id="{1D8B4726-8CF8-D6D0-951E-BFB645CE89A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601733" y="5125876"/>
            <a:ext cx="429442" cy="451809"/>
          </a:xfrm>
          <a:prstGeom prst="rect">
            <a:avLst/>
          </a:prstGeom>
        </p:spPr>
      </p:pic>
      <p:sp>
        <p:nvSpPr>
          <p:cNvPr id="2" name="Rectangle 1">
            <a:extLst>
              <a:ext uri="{FF2B5EF4-FFF2-40B4-BE49-F238E27FC236}">
                <a16:creationId xmlns:a16="http://schemas.microsoft.com/office/drawing/2014/main" id="{698EB7F8-34DA-A173-2B6B-1277B29A1B93}"/>
              </a:ext>
            </a:extLst>
          </p:cNvPr>
          <p:cNvSpPr/>
          <p:nvPr/>
        </p:nvSpPr>
        <p:spPr>
          <a:xfrm>
            <a:off x="668928" y="704192"/>
            <a:ext cx="2343807" cy="304800"/>
          </a:xfrm>
          <a:prstGeom prst="rect">
            <a:avLst/>
          </a:prstGeom>
          <a:solidFill>
            <a:srgbClr val="1C583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ar-SA" sz="1200" dirty="0">
                <a:solidFill>
                  <a:schemeClr val="bg1"/>
                </a:solidFill>
                <a:latin typeface="Frutiger LT Arabic 45 Light" pitchFamily="2" charset="-78"/>
                <a:cs typeface="Frutiger LT Arabic 45 Light" pitchFamily="2" charset="-78"/>
              </a:rPr>
              <a:t>أسم الإدارة التنفيذية</a:t>
            </a:r>
            <a:endParaRPr lang="en-SA" sz="1200" dirty="0">
              <a:solidFill>
                <a:schemeClr val="bg1"/>
              </a:solidFill>
              <a:latin typeface="Frutiger LT Arabic 45 Light" pitchFamily="2" charset="-78"/>
              <a:cs typeface="Frutiger LT Arabic 45 Light" pitchFamily="2" charset="-78"/>
            </a:endParaRPr>
          </a:p>
        </p:txBody>
      </p:sp>
      <p:sp>
        <p:nvSpPr>
          <p:cNvPr id="38" name="Rectangle 37">
            <a:extLst>
              <a:ext uri="{FF2B5EF4-FFF2-40B4-BE49-F238E27FC236}">
                <a16:creationId xmlns:a16="http://schemas.microsoft.com/office/drawing/2014/main" id="{04651D07-DCB2-49B3-9D58-A14E2AF94243}"/>
              </a:ext>
            </a:extLst>
          </p:cNvPr>
          <p:cNvSpPr/>
          <p:nvPr/>
        </p:nvSpPr>
        <p:spPr>
          <a:xfrm>
            <a:off x="3839459" y="5834033"/>
            <a:ext cx="5038226" cy="546303"/>
          </a:xfrm>
          <a:prstGeom prst="rect">
            <a:avLst/>
          </a:prstGeom>
        </p:spPr>
        <p:txBody>
          <a:bodyPr wrap="square">
            <a:spAutoFit/>
          </a:bodyPr>
          <a:lstStyle/>
          <a:p>
            <a:pPr algn="r" rtl="1">
              <a:spcBef>
                <a:spcPts val="300"/>
              </a:spcBef>
            </a:pPr>
            <a:r>
              <a:rPr lang="ar-SA" sz="1000" dirty="0">
                <a:solidFill>
                  <a:srgbClr val="808185"/>
                </a:solidFill>
                <a:latin typeface="Frutiger LT Arabic 45 Light" pitchFamily="2" charset="-78"/>
                <a:cs typeface="Frutiger LT Arabic 45 Light" pitchFamily="2" charset="-78"/>
              </a:rPr>
              <a:t>محتوى محتوى محتوى محتوى محتوى محتوى محتوى محتوى محتوى محتوى محتوى محتوى محتوى محتوى محتوى محتوى</a:t>
            </a:r>
          </a:p>
          <a:p>
            <a:pPr algn="justLow" rtl="1"/>
            <a:endParaRPr lang="en-US" sz="950" dirty="0">
              <a:solidFill>
                <a:srgbClr val="808185"/>
              </a:solidFill>
              <a:latin typeface="Frutiger LT Arabic 55 Roman" pitchFamily="2" charset="-78"/>
              <a:cs typeface="Frutiger LT Arabic 55 Roman" pitchFamily="2" charset="-78"/>
            </a:endParaRPr>
          </a:p>
        </p:txBody>
      </p:sp>
      <p:sp>
        <p:nvSpPr>
          <p:cNvPr id="27" name="TextBox 26">
            <a:extLst>
              <a:ext uri="{FF2B5EF4-FFF2-40B4-BE49-F238E27FC236}">
                <a16:creationId xmlns:a16="http://schemas.microsoft.com/office/drawing/2014/main" id="{04D36C35-BCD4-4B01-98DE-D4DCC8C2A2D2}"/>
              </a:ext>
            </a:extLst>
          </p:cNvPr>
          <p:cNvSpPr txBox="1"/>
          <p:nvPr/>
        </p:nvSpPr>
        <p:spPr>
          <a:xfrm>
            <a:off x="3674448" y="2416650"/>
            <a:ext cx="4933951" cy="307777"/>
          </a:xfrm>
          <a:prstGeom prst="rect">
            <a:avLst/>
          </a:prstGeom>
          <a:noFill/>
        </p:spPr>
        <p:txBody>
          <a:bodyPr wrap="square">
            <a:spAutoFit/>
          </a:bodyPr>
          <a:lstStyle/>
          <a:p>
            <a:pPr algn="justLow" defTabSz="914400" rtl="1">
              <a:spcBef>
                <a:spcPts val="1000"/>
              </a:spcBef>
            </a:pPr>
            <a:r>
              <a:rPr lang="ar-SA" sz="1400" b="1" dirty="0">
                <a:solidFill>
                  <a:srgbClr val="9DC41A"/>
                </a:solidFill>
                <a:latin typeface="Frutiger LT Arabic 45 Light" pitchFamily="2" charset="-78"/>
                <a:cs typeface="Frutiger LT Arabic 45 Light" pitchFamily="2" charset="-78"/>
              </a:rPr>
              <a:t>عنوان</a:t>
            </a:r>
          </a:p>
        </p:txBody>
      </p:sp>
      <p:sp>
        <p:nvSpPr>
          <p:cNvPr id="31" name="Subtitle 2">
            <a:extLst>
              <a:ext uri="{FF2B5EF4-FFF2-40B4-BE49-F238E27FC236}">
                <a16:creationId xmlns:a16="http://schemas.microsoft.com/office/drawing/2014/main" id="{A53A4615-C1DE-4849-8E01-B27C8D5D7D1E}"/>
              </a:ext>
            </a:extLst>
          </p:cNvPr>
          <p:cNvSpPr txBox="1">
            <a:spLocks/>
          </p:cNvSpPr>
          <p:nvPr/>
        </p:nvSpPr>
        <p:spPr>
          <a:xfrm>
            <a:off x="3945041" y="4796715"/>
            <a:ext cx="4663358" cy="780970"/>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rtl="1">
              <a:lnSpc>
                <a:spcPct val="100000"/>
              </a:lnSpc>
              <a:spcBef>
                <a:spcPts val="300"/>
              </a:spcBef>
              <a:buNone/>
            </a:pPr>
            <a:r>
              <a:rPr lang="ar-SA" sz="1050" dirty="0">
                <a:solidFill>
                  <a:srgbClr val="808185"/>
                </a:solidFill>
                <a:latin typeface="Frutiger LT Arabic 45 Light" pitchFamily="2" charset="-78"/>
                <a:cs typeface="Frutiger LT Arabic 45 Light" pitchFamily="2" charset="-78"/>
              </a:rPr>
              <a:t>محتوى محتوى محتوى محتوى محتوى محتوى محتوى محتوى محتوى محتوى محتوى محتوى محتوى محتوى محتوى محتوى</a:t>
            </a:r>
          </a:p>
        </p:txBody>
      </p:sp>
      <p:sp>
        <p:nvSpPr>
          <p:cNvPr id="13" name="TextBox 12">
            <a:extLst>
              <a:ext uri="{FF2B5EF4-FFF2-40B4-BE49-F238E27FC236}">
                <a16:creationId xmlns:a16="http://schemas.microsoft.com/office/drawing/2014/main" id="{569EE003-A0E8-400D-8498-53233150DC5A}"/>
              </a:ext>
            </a:extLst>
          </p:cNvPr>
          <p:cNvSpPr txBox="1"/>
          <p:nvPr/>
        </p:nvSpPr>
        <p:spPr>
          <a:xfrm>
            <a:off x="-2680490" y="3665162"/>
            <a:ext cx="5122309" cy="461665"/>
          </a:xfrm>
          <a:prstGeom prst="rect">
            <a:avLst/>
          </a:prstGeom>
          <a:noFill/>
        </p:spPr>
        <p:txBody>
          <a:bodyPr wrap="square" rtlCol="0">
            <a:spAutoFit/>
          </a:bodyPr>
          <a:lstStyle/>
          <a:p>
            <a:pPr algn="justLow" rtl="1"/>
            <a:r>
              <a:rPr lang="ar-SA" sz="2400" b="1" dirty="0">
                <a:solidFill>
                  <a:srgbClr val="01679B"/>
                </a:solidFill>
                <a:latin typeface="Frutiger LT Arabic 45 Light" pitchFamily="2" charset="-78"/>
                <a:cs typeface="Frutiger LT Arabic 45 Light" pitchFamily="2" charset="-78"/>
              </a:rPr>
              <a:t>مكان الصور</a:t>
            </a:r>
          </a:p>
        </p:txBody>
      </p:sp>
    </p:spTree>
    <p:extLst>
      <p:ext uri="{BB962C8B-B14F-4D97-AF65-F5344CB8AC3E}">
        <p14:creationId xmlns:p14="http://schemas.microsoft.com/office/powerpoint/2010/main" val="41666505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1C9FB29A-962B-4607-9D14-85C432295090}"/>
              </a:ext>
            </a:extLst>
          </p:cNvPr>
          <p:cNvSpPr/>
          <p:nvPr/>
        </p:nvSpPr>
        <p:spPr>
          <a:xfrm>
            <a:off x="4129818" y="2794909"/>
            <a:ext cx="4568322" cy="3778278"/>
          </a:xfrm>
          <a:prstGeom prst="rect">
            <a:avLst/>
          </a:prstGeom>
          <a:solidFill>
            <a:srgbClr val="A6C700">
              <a:alpha val="10000"/>
            </a:srgbClr>
          </a:solidFill>
          <a:ln w="9525" cap="flat">
            <a:noFill/>
            <a:prstDash val="solid"/>
            <a:miter/>
          </a:ln>
        </p:spPr>
        <p:txBody>
          <a:bodyPr/>
          <a:lstStyle/>
          <a:p>
            <a:endParaRPr lang="en-US" dirty="0"/>
          </a:p>
        </p:txBody>
      </p:sp>
      <p:sp>
        <p:nvSpPr>
          <p:cNvPr id="10" name="Subtitle 2">
            <a:extLst>
              <a:ext uri="{FF2B5EF4-FFF2-40B4-BE49-F238E27FC236}">
                <a16:creationId xmlns:a16="http://schemas.microsoft.com/office/drawing/2014/main" id="{F128D0FF-70BD-4B2F-8911-18A62B4CBE0A}"/>
              </a:ext>
            </a:extLst>
          </p:cNvPr>
          <p:cNvSpPr txBox="1">
            <a:spLocks/>
          </p:cNvSpPr>
          <p:nvPr/>
        </p:nvSpPr>
        <p:spPr>
          <a:xfrm>
            <a:off x="3428985" y="7986276"/>
            <a:ext cx="5038226" cy="93427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Low" rtl="1">
              <a:lnSpc>
                <a:spcPct val="100000"/>
              </a:lnSpc>
              <a:buNone/>
            </a:pPr>
            <a:r>
              <a:rPr lang="ar-SA" sz="1200" dirty="0">
                <a:solidFill>
                  <a:srgbClr val="808185"/>
                </a:solidFill>
                <a:latin typeface="Frutiger LT Arabic 45 Light" pitchFamily="2" charset="-78"/>
                <a:cs typeface="Frutiger LT Arabic 45 Light" pitchFamily="2" charset="-78"/>
              </a:rPr>
              <a:t>نحتفي هذا الأسبوع بأهمية استمرارية الأعمال كداعمة أساسية لمرونة منظمتنا واستدامة خدماتنا في مواجهة التحديات والظروف غير المتوقعة.</a:t>
            </a:r>
          </a:p>
        </p:txBody>
      </p:sp>
      <p:sp>
        <p:nvSpPr>
          <p:cNvPr id="15" name="TextBox 14">
            <a:extLst>
              <a:ext uri="{FF2B5EF4-FFF2-40B4-BE49-F238E27FC236}">
                <a16:creationId xmlns:a16="http://schemas.microsoft.com/office/drawing/2014/main" id="{BF3A9188-735F-42EF-BB28-CE746EBEBE11}"/>
              </a:ext>
            </a:extLst>
          </p:cNvPr>
          <p:cNvSpPr txBox="1"/>
          <p:nvPr/>
        </p:nvSpPr>
        <p:spPr>
          <a:xfrm>
            <a:off x="3790950" y="1843683"/>
            <a:ext cx="5122309" cy="461665"/>
          </a:xfrm>
          <a:prstGeom prst="rect">
            <a:avLst/>
          </a:prstGeom>
          <a:noFill/>
        </p:spPr>
        <p:txBody>
          <a:bodyPr wrap="square" rtlCol="0">
            <a:spAutoFit/>
          </a:bodyPr>
          <a:lstStyle/>
          <a:p>
            <a:pPr algn="justLow" rtl="1"/>
            <a:r>
              <a:rPr lang="ar-SA" sz="2400" b="1" dirty="0">
                <a:solidFill>
                  <a:srgbClr val="01679B"/>
                </a:solidFill>
                <a:latin typeface="Frutiger LT Arabic 45 Light" pitchFamily="2" charset="-78"/>
                <a:cs typeface="Frutiger LT Arabic 45 Light" pitchFamily="2" charset="-78"/>
              </a:rPr>
              <a:t>العنوان العنوان العنوان</a:t>
            </a:r>
          </a:p>
        </p:txBody>
      </p:sp>
      <p:sp>
        <p:nvSpPr>
          <p:cNvPr id="2" name="Rectangle 1">
            <a:extLst>
              <a:ext uri="{FF2B5EF4-FFF2-40B4-BE49-F238E27FC236}">
                <a16:creationId xmlns:a16="http://schemas.microsoft.com/office/drawing/2014/main" id="{698EB7F8-34DA-A173-2B6B-1277B29A1B93}"/>
              </a:ext>
            </a:extLst>
          </p:cNvPr>
          <p:cNvSpPr/>
          <p:nvPr/>
        </p:nvSpPr>
        <p:spPr>
          <a:xfrm>
            <a:off x="668928" y="704192"/>
            <a:ext cx="2343807" cy="304800"/>
          </a:xfrm>
          <a:prstGeom prst="rect">
            <a:avLst/>
          </a:prstGeom>
          <a:solidFill>
            <a:srgbClr val="1C583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ar-SA" sz="900" dirty="0">
                <a:solidFill>
                  <a:schemeClr val="bg1"/>
                </a:solidFill>
                <a:latin typeface="Frutiger LT Arabic 45 Light" pitchFamily="2" charset="-78"/>
                <a:cs typeface="Frutiger LT Arabic 45 Light" pitchFamily="2" charset="-78"/>
              </a:rPr>
              <a:t>أسم الإدارة التنفيذية</a:t>
            </a:r>
            <a:endParaRPr lang="en-SA" sz="900" dirty="0">
              <a:solidFill>
                <a:schemeClr val="bg1"/>
              </a:solidFill>
              <a:latin typeface="Frutiger LT Arabic 45 Light" pitchFamily="2" charset="-78"/>
              <a:cs typeface="Frutiger LT Arabic 45 Light" pitchFamily="2" charset="-78"/>
            </a:endParaRPr>
          </a:p>
        </p:txBody>
      </p:sp>
      <p:sp>
        <p:nvSpPr>
          <p:cNvPr id="26" name="Rectangle 25">
            <a:extLst>
              <a:ext uri="{FF2B5EF4-FFF2-40B4-BE49-F238E27FC236}">
                <a16:creationId xmlns:a16="http://schemas.microsoft.com/office/drawing/2014/main" id="{223833A4-AD1B-4DBD-80A7-5AFBCBF00242}"/>
              </a:ext>
            </a:extLst>
          </p:cNvPr>
          <p:cNvSpPr/>
          <p:nvPr/>
        </p:nvSpPr>
        <p:spPr>
          <a:xfrm>
            <a:off x="7253203" y="3623126"/>
            <a:ext cx="753731" cy="276999"/>
          </a:xfrm>
          <a:prstGeom prst="rect">
            <a:avLst/>
          </a:prstGeom>
        </p:spPr>
        <p:txBody>
          <a:bodyPr wrap="none">
            <a:spAutoFit/>
          </a:bodyPr>
          <a:lstStyle/>
          <a:p>
            <a:pPr algn="ctr" rtl="1"/>
            <a:r>
              <a:rPr lang="ar-SA" sz="1200" b="1" dirty="0">
                <a:solidFill>
                  <a:srgbClr val="808185"/>
                </a:solidFill>
                <a:latin typeface="Frutiger LT Arabic 45 Light" panose="01000000000000000000" pitchFamily="2" charset="-78"/>
                <a:cs typeface="Frutiger LT Arabic 45 Light" panose="01000000000000000000" pitchFamily="2" charset="-78"/>
              </a:rPr>
              <a:t>العنواااان</a:t>
            </a:r>
          </a:p>
        </p:txBody>
      </p:sp>
      <p:sp>
        <p:nvSpPr>
          <p:cNvPr id="30" name="Rectangle 29">
            <a:extLst>
              <a:ext uri="{FF2B5EF4-FFF2-40B4-BE49-F238E27FC236}">
                <a16:creationId xmlns:a16="http://schemas.microsoft.com/office/drawing/2014/main" id="{257E3C76-38EA-485D-BC16-941569F7223D}"/>
              </a:ext>
            </a:extLst>
          </p:cNvPr>
          <p:cNvSpPr/>
          <p:nvPr/>
        </p:nvSpPr>
        <p:spPr>
          <a:xfrm>
            <a:off x="5090671" y="3623126"/>
            <a:ext cx="753732" cy="276999"/>
          </a:xfrm>
          <a:prstGeom prst="rect">
            <a:avLst/>
          </a:prstGeom>
        </p:spPr>
        <p:txBody>
          <a:bodyPr wrap="none">
            <a:spAutoFit/>
          </a:bodyPr>
          <a:lstStyle/>
          <a:p>
            <a:pPr algn="ctr" rtl="1"/>
            <a:r>
              <a:rPr lang="ar-SA" sz="1200" b="1" dirty="0">
                <a:solidFill>
                  <a:srgbClr val="808185"/>
                </a:solidFill>
                <a:latin typeface="Frutiger LT Arabic 45 Light" panose="01000000000000000000" pitchFamily="2" charset="-78"/>
                <a:cs typeface="Frutiger LT Arabic 45 Light" panose="01000000000000000000" pitchFamily="2" charset="-78"/>
              </a:rPr>
              <a:t>العنواااان</a:t>
            </a:r>
          </a:p>
        </p:txBody>
      </p:sp>
      <p:sp>
        <p:nvSpPr>
          <p:cNvPr id="42" name="Rectangle 41">
            <a:extLst>
              <a:ext uri="{FF2B5EF4-FFF2-40B4-BE49-F238E27FC236}">
                <a16:creationId xmlns:a16="http://schemas.microsoft.com/office/drawing/2014/main" id="{2A4AE677-810F-4A28-86FC-7296E93C351C}"/>
              </a:ext>
            </a:extLst>
          </p:cNvPr>
          <p:cNvSpPr/>
          <p:nvPr/>
        </p:nvSpPr>
        <p:spPr>
          <a:xfrm>
            <a:off x="5090672" y="5446452"/>
            <a:ext cx="753731" cy="276999"/>
          </a:xfrm>
          <a:prstGeom prst="rect">
            <a:avLst/>
          </a:prstGeom>
        </p:spPr>
        <p:txBody>
          <a:bodyPr wrap="none">
            <a:spAutoFit/>
          </a:bodyPr>
          <a:lstStyle/>
          <a:p>
            <a:pPr algn="ctr" rtl="1"/>
            <a:r>
              <a:rPr lang="ar-SA" sz="1200" b="1" dirty="0">
                <a:solidFill>
                  <a:srgbClr val="808185"/>
                </a:solidFill>
                <a:latin typeface="Frutiger LT Arabic 45 Light" panose="01000000000000000000" pitchFamily="2" charset="-78"/>
                <a:cs typeface="Frutiger LT Arabic 45 Light" panose="01000000000000000000" pitchFamily="2" charset="-78"/>
              </a:rPr>
              <a:t>العنواااان</a:t>
            </a:r>
          </a:p>
        </p:txBody>
      </p:sp>
      <p:sp>
        <p:nvSpPr>
          <p:cNvPr id="5" name="Rectangle 4">
            <a:extLst>
              <a:ext uri="{FF2B5EF4-FFF2-40B4-BE49-F238E27FC236}">
                <a16:creationId xmlns:a16="http://schemas.microsoft.com/office/drawing/2014/main" id="{0E688EA5-639F-4239-B9EC-30B919459DB2}"/>
              </a:ext>
            </a:extLst>
          </p:cNvPr>
          <p:cNvSpPr/>
          <p:nvPr/>
        </p:nvSpPr>
        <p:spPr>
          <a:xfrm>
            <a:off x="3947003" y="2351228"/>
            <a:ext cx="4933952" cy="292388"/>
          </a:xfrm>
          <a:prstGeom prst="rect">
            <a:avLst/>
          </a:prstGeom>
        </p:spPr>
        <p:txBody>
          <a:bodyPr wrap="square">
            <a:spAutoFit/>
          </a:bodyPr>
          <a:lstStyle/>
          <a:p>
            <a:pPr algn="r" rtl="1"/>
            <a:r>
              <a:rPr lang="ar-SA" sz="1300" b="1" dirty="0">
                <a:solidFill>
                  <a:srgbClr val="808185"/>
                </a:solidFill>
                <a:latin typeface="Frutiger LT Arabic 45 Light" pitchFamily="2" charset="-78"/>
                <a:cs typeface="Frutiger LT Arabic 45 Light" pitchFamily="2" charset="-78"/>
              </a:rPr>
              <a:t>المحتوى المحتوى المحتوى المحتوى المحتوى</a:t>
            </a:r>
            <a:endParaRPr lang="en-US" sz="1300" b="1" dirty="0">
              <a:solidFill>
                <a:srgbClr val="808185"/>
              </a:solidFill>
              <a:latin typeface="Frutiger LT Arabic 45 Light" pitchFamily="2" charset="-78"/>
              <a:cs typeface="Frutiger LT Arabic 45 Light" pitchFamily="2" charset="-78"/>
            </a:endParaRPr>
          </a:p>
        </p:txBody>
      </p:sp>
      <p:pic>
        <p:nvPicPr>
          <p:cNvPr id="27" name="Graphic 26" descr="Warning">
            <a:extLst>
              <a:ext uri="{FF2B5EF4-FFF2-40B4-BE49-F238E27FC236}">
                <a16:creationId xmlns:a16="http://schemas.microsoft.com/office/drawing/2014/main" id="{1C137CCB-CD58-4C38-A3FE-F413D8A0E2F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350032" y="3023376"/>
            <a:ext cx="536817" cy="536817"/>
          </a:xfrm>
          <a:prstGeom prst="rect">
            <a:avLst/>
          </a:prstGeom>
        </p:spPr>
      </p:pic>
      <p:pic>
        <p:nvPicPr>
          <p:cNvPr id="29" name="Graphic 28" descr="Circles with arrows">
            <a:extLst>
              <a:ext uri="{FF2B5EF4-FFF2-40B4-BE49-F238E27FC236}">
                <a16:creationId xmlns:a16="http://schemas.microsoft.com/office/drawing/2014/main" id="{0E7881FC-7730-464B-9DCF-14109AC1011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269436" y="4753295"/>
            <a:ext cx="720221" cy="720221"/>
          </a:xfrm>
          <a:prstGeom prst="rect">
            <a:avLst/>
          </a:prstGeom>
        </p:spPr>
      </p:pic>
      <p:pic>
        <p:nvPicPr>
          <p:cNvPr id="31" name="Graphic 30" descr="Playbook">
            <a:extLst>
              <a:ext uri="{FF2B5EF4-FFF2-40B4-BE49-F238E27FC236}">
                <a16:creationId xmlns:a16="http://schemas.microsoft.com/office/drawing/2014/main" id="{81C378E2-3E60-45C1-8DFB-2E73FD745C2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090559" y="4786483"/>
            <a:ext cx="665080" cy="665080"/>
          </a:xfrm>
          <a:prstGeom prst="rect">
            <a:avLst/>
          </a:prstGeom>
        </p:spPr>
      </p:pic>
      <p:grpSp>
        <p:nvGrpSpPr>
          <p:cNvPr id="36" name="Graphic 6">
            <a:extLst>
              <a:ext uri="{FF2B5EF4-FFF2-40B4-BE49-F238E27FC236}">
                <a16:creationId xmlns:a16="http://schemas.microsoft.com/office/drawing/2014/main" id="{F695BB71-D84B-4F4B-BA3A-04452EF6EA67}"/>
              </a:ext>
            </a:extLst>
          </p:cNvPr>
          <p:cNvGrpSpPr/>
          <p:nvPr/>
        </p:nvGrpSpPr>
        <p:grpSpPr>
          <a:xfrm>
            <a:off x="5108895" y="3111719"/>
            <a:ext cx="671881" cy="409211"/>
            <a:chOff x="8202930" y="5654294"/>
            <a:chExt cx="795401" cy="484441"/>
          </a:xfrm>
          <a:solidFill>
            <a:srgbClr val="9DC41A"/>
          </a:solidFill>
        </p:grpSpPr>
        <p:grpSp>
          <p:nvGrpSpPr>
            <p:cNvPr id="37" name="Graphic 6">
              <a:extLst>
                <a:ext uri="{FF2B5EF4-FFF2-40B4-BE49-F238E27FC236}">
                  <a16:creationId xmlns:a16="http://schemas.microsoft.com/office/drawing/2014/main" id="{B94CE9FD-F653-45DB-B5D3-19D4F4DCF14D}"/>
                </a:ext>
              </a:extLst>
            </p:cNvPr>
            <p:cNvGrpSpPr/>
            <p:nvPr/>
          </p:nvGrpSpPr>
          <p:grpSpPr>
            <a:xfrm>
              <a:off x="8202930" y="5654294"/>
              <a:ext cx="795401" cy="484441"/>
              <a:chOff x="8202930" y="5654294"/>
              <a:chExt cx="795401" cy="484441"/>
            </a:xfrm>
            <a:grpFill/>
          </p:grpSpPr>
          <p:sp>
            <p:nvSpPr>
              <p:cNvPr id="40" name="Freeform 114">
                <a:extLst>
                  <a:ext uri="{FF2B5EF4-FFF2-40B4-BE49-F238E27FC236}">
                    <a16:creationId xmlns:a16="http://schemas.microsoft.com/office/drawing/2014/main" id="{AD2136A1-5A01-43A8-8573-73FBBC80F38B}"/>
                  </a:ext>
                </a:extLst>
              </p:cNvPr>
              <p:cNvSpPr/>
              <p:nvPr/>
            </p:nvSpPr>
            <p:spPr>
              <a:xfrm>
                <a:off x="8282813" y="5654294"/>
                <a:ext cx="635507" cy="431609"/>
              </a:xfrm>
              <a:custGeom>
                <a:avLst/>
                <a:gdLst>
                  <a:gd name="csX0" fmla="*/ 624713 w 635507"/>
                  <a:gd name="csY0" fmla="*/ 431609 h 431609"/>
                  <a:gd name="csX1" fmla="*/ 10731 w 635507"/>
                  <a:gd name="csY1" fmla="*/ 431609 h 431609"/>
                  <a:gd name="csX2" fmla="*/ 0 w 635507"/>
                  <a:gd name="csY2" fmla="*/ 420878 h 431609"/>
                  <a:gd name="csX3" fmla="*/ 0 w 635507"/>
                  <a:gd name="csY3" fmla="*/ 67120 h 431609"/>
                  <a:gd name="csX4" fmla="*/ 67119 w 635507"/>
                  <a:gd name="csY4" fmla="*/ 0 h 431609"/>
                  <a:gd name="csX5" fmla="*/ 568389 w 635507"/>
                  <a:gd name="csY5" fmla="*/ 0 h 431609"/>
                  <a:gd name="csX6" fmla="*/ 635508 w 635507"/>
                  <a:gd name="csY6" fmla="*/ 67120 h 431609"/>
                  <a:gd name="csX7" fmla="*/ 635508 w 635507"/>
                  <a:gd name="csY7" fmla="*/ 420878 h 431609"/>
                  <a:gd name="csX8" fmla="*/ 624777 w 635507"/>
                  <a:gd name="csY8" fmla="*/ 431609 h 431609"/>
                  <a:gd name="csX9" fmla="*/ 21463 w 635507"/>
                  <a:gd name="csY9" fmla="*/ 410147 h 431609"/>
                  <a:gd name="csX10" fmla="*/ 613981 w 635507"/>
                  <a:gd name="csY10" fmla="*/ 410147 h 431609"/>
                  <a:gd name="csX11" fmla="*/ 613981 w 635507"/>
                  <a:gd name="csY11" fmla="*/ 67120 h 431609"/>
                  <a:gd name="csX12" fmla="*/ 568325 w 635507"/>
                  <a:gd name="csY12" fmla="*/ 21463 h 431609"/>
                  <a:gd name="csX13" fmla="*/ 67056 w 635507"/>
                  <a:gd name="csY13" fmla="*/ 21463 h 431609"/>
                  <a:gd name="csX14" fmla="*/ 21399 w 635507"/>
                  <a:gd name="csY14" fmla="*/ 67120 h 431609"/>
                  <a:gd name="csX15" fmla="*/ 21399 w 635507"/>
                  <a:gd name="csY15" fmla="*/ 410147 h 4316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635507" h="431609">
                    <a:moveTo>
                      <a:pt x="624713" y="431609"/>
                    </a:moveTo>
                    <a:lnTo>
                      <a:pt x="10731" y="431609"/>
                    </a:lnTo>
                    <a:cubicBezTo>
                      <a:pt x="4826" y="431609"/>
                      <a:pt x="0" y="426784"/>
                      <a:pt x="0" y="420878"/>
                    </a:cubicBezTo>
                    <a:lnTo>
                      <a:pt x="0" y="67120"/>
                    </a:lnTo>
                    <a:cubicBezTo>
                      <a:pt x="0" y="30099"/>
                      <a:pt x="30099" y="0"/>
                      <a:pt x="67119" y="0"/>
                    </a:cubicBezTo>
                    <a:lnTo>
                      <a:pt x="568389" y="0"/>
                    </a:lnTo>
                    <a:cubicBezTo>
                      <a:pt x="605409" y="0"/>
                      <a:pt x="635508" y="30099"/>
                      <a:pt x="635508" y="67120"/>
                    </a:cubicBezTo>
                    <a:lnTo>
                      <a:pt x="635508" y="420878"/>
                    </a:lnTo>
                    <a:cubicBezTo>
                      <a:pt x="635508" y="426784"/>
                      <a:pt x="630682" y="431609"/>
                      <a:pt x="624777" y="431609"/>
                    </a:cubicBezTo>
                    <a:close/>
                    <a:moveTo>
                      <a:pt x="21463" y="410147"/>
                    </a:moveTo>
                    <a:lnTo>
                      <a:pt x="613981" y="410147"/>
                    </a:lnTo>
                    <a:lnTo>
                      <a:pt x="613981" y="67120"/>
                    </a:lnTo>
                    <a:cubicBezTo>
                      <a:pt x="613981" y="41973"/>
                      <a:pt x="593534" y="21463"/>
                      <a:pt x="568325" y="21463"/>
                    </a:cubicBezTo>
                    <a:lnTo>
                      <a:pt x="67056" y="21463"/>
                    </a:lnTo>
                    <a:cubicBezTo>
                      <a:pt x="41910" y="21463"/>
                      <a:pt x="21399" y="41910"/>
                      <a:pt x="21399" y="67120"/>
                    </a:cubicBezTo>
                    <a:lnTo>
                      <a:pt x="21399" y="410147"/>
                    </a:lnTo>
                    <a:close/>
                  </a:path>
                </a:pathLst>
              </a:custGeom>
              <a:grpFill/>
              <a:ln w="6350" cap="flat">
                <a:noFill/>
                <a:prstDash val="solid"/>
                <a:miter/>
              </a:ln>
            </p:spPr>
          </p:sp>
          <p:sp>
            <p:nvSpPr>
              <p:cNvPr id="43" name="Freeform 115">
                <a:extLst>
                  <a:ext uri="{FF2B5EF4-FFF2-40B4-BE49-F238E27FC236}">
                    <a16:creationId xmlns:a16="http://schemas.microsoft.com/office/drawing/2014/main" id="{89760AE1-FF4B-4967-9291-56F7384FB93D}"/>
                  </a:ext>
                </a:extLst>
              </p:cNvPr>
              <p:cNvSpPr/>
              <p:nvPr/>
            </p:nvSpPr>
            <p:spPr>
              <a:xfrm>
                <a:off x="8326056" y="5698934"/>
                <a:ext cx="549085" cy="342455"/>
              </a:xfrm>
              <a:custGeom>
                <a:avLst/>
                <a:gdLst>
                  <a:gd name="csX0" fmla="*/ 538353 w 549085"/>
                  <a:gd name="csY0" fmla="*/ 342456 h 342455"/>
                  <a:gd name="csX1" fmla="*/ 10732 w 549085"/>
                  <a:gd name="csY1" fmla="*/ 342456 h 342455"/>
                  <a:gd name="csX2" fmla="*/ 0 w 549085"/>
                  <a:gd name="csY2" fmla="*/ 331724 h 342455"/>
                  <a:gd name="csX3" fmla="*/ 0 w 549085"/>
                  <a:gd name="csY3" fmla="*/ 10732 h 342455"/>
                  <a:gd name="csX4" fmla="*/ 10732 w 549085"/>
                  <a:gd name="csY4" fmla="*/ 0 h 342455"/>
                  <a:gd name="csX5" fmla="*/ 538353 w 549085"/>
                  <a:gd name="csY5" fmla="*/ 0 h 342455"/>
                  <a:gd name="csX6" fmla="*/ 549085 w 549085"/>
                  <a:gd name="csY6" fmla="*/ 10732 h 342455"/>
                  <a:gd name="csX7" fmla="*/ 549085 w 549085"/>
                  <a:gd name="csY7" fmla="*/ 331724 h 342455"/>
                  <a:gd name="csX8" fmla="*/ 538353 w 549085"/>
                  <a:gd name="csY8" fmla="*/ 342456 h 342455"/>
                  <a:gd name="csX9" fmla="*/ 21400 w 549085"/>
                  <a:gd name="csY9" fmla="*/ 320993 h 342455"/>
                  <a:gd name="csX10" fmla="*/ 527559 w 549085"/>
                  <a:gd name="csY10" fmla="*/ 320993 h 342455"/>
                  <a:gd name="csX11" fmla="*/ 527559 w 549085"/>
                  <a:gd name="csY11" fmla="*/ 21463 h 342455"/>
                  <a:gd name="csX12" fmla="*/ 21400 w 549085"/>
                  <a:gd name="csY12" fmla="*/ 21463 h 342455"/>
                  <a:gd name="csX13" fmla="*/ 21400 w 549085"/>
                  <a:gd name="csY13" fmla="*/ 320993 h 34245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549085" h="342455">
                    <a:moveTo>
                      <a:pt x="538353" y="342456"/>
                    </a:moveTo>
                    <a:lnTo>
                      <a:pt x="10732" y="342456"/>
                    </a:lnTo>
                    <a:cubicBezTo>
                      <a:pt x="4826" y="342456"/>
                      <a:pt x="0" y="337630"/>
                      <a:pt x="0" y="331724"/>
                    </a:cubicBezTo>
                    <a:lnTo>
                      <a:pt x="0" y="10732"/>
                    </a:lnTo>
                    <a:cubicBezTo>
                      <a:pt x="0" y="4826"/>
                      <a:pt x="4826" y="0"/>
                      <a:pt x="10732" y="0"/>
                    </a:cubicBezTo>
                    <a:lnTo>
                      <a:pt x="538353" y="0"/>
                    </a:lnTo>
                    <a:cubicBezTo>
                      <a:pt x="544259" y="0"/>
                      <a:pt x="549085" y="4826"/>
                      <a:pt x="549085" y="10732"/>
                    </a:cubicBezTo>
                    <a:lnTo>
                      <a:pt x="549085" y="331724"/>
                    </a:lnTo>
                    <a:cubicBezTo>
                      <a:pt x="549085" y="337630"/>
                      <a:pt x="544259" y="342456"/>
                      <a:pt x="538353" y="342456"/>
                    </a:cubicBezTo>
                    <a:close/>
                    <a:moveTo>
                      <a:pt x="21400" y="320993"/>
                    </a:moveTo>
                    <a:lnTo>
                      <a:pt x="527559" y="320993"/>
                    </a:lnTo>
                    <a:lnTo>
                      <a:pt x="527559" y="21463"/>
                    </a:lnTo>
                    <a:lnTo>
                      <a:pt x="21400" y="21463"/>
                    </a:lnTo>
                    <a:lnTo>
                      <a:pt x="21400" y="320993"/>
                    </a:lnTo>
                    <a:close/>
                  </a:path>
                </a:pathLst>
              </a:custGeom>
              <a:grpFill/>
              <a:ln w="6350" cap="flat">
                <a:noFill/>
                <a:prstDash val="solid"/>
                <a:miter/>
              </a:ln>
            </p:spPr>
          </p:sp>
          <p:sp>
            <p:nvSpPr>
              <p:cNvPr id="44" name="Freeform 116">
                <a:extLst>
                  <a:ext uri="{FF2B5EF4-FFF2-40B4-BE49-F238E27FC236}">
                    <a16:creationId xmlns:a16="http://schemas.microsoft.com/office/drawing/2014/main" id="{BC938C4B-20D8-4410-A26E-A2C7BBE7159A}"/>
                  </a:ext>
                </a:extLst>
              </p:cNvPr>
              <p:cNvSpPr/>
              <p:nvPr/>
            </p:nvSpPr>
            <p:spPr>
              <a:xfrm>
                <a:off x="8202930" y="6064503"/>
                <a:ext cx="795401" cy="74231"/>
              </a:xfrm>
              <a:custGeom>
                <a:avLst/>
                <a:gdLst>
                  <a:gd name="csX0" fmla="*/ 731838 w 795401"/>
                  <a:gd name="csY0" fmla="*/ 74232 h 74231"/>
                  <a:gd name="csX1" fmla="*/ 63500 w 795401"/>
                  <a:gd name="csY1" fmla="*/ 74232 h 74231"/>
                  <a:gd name="csX2" fmla="*/ 0 w 795401"/>
                  <a:gd name="csY2" fmla="*/ 10732 h 74231"/>
                  <a:gd name="csX3" fmla="*/ 10731 w 795401"/>
                  <a:gd name="csY3" fmla="*/ 0 h 74231"/>
                  <a:gd name="csX4" fmla="*/ 784669 w 795401"/>
                  <a:gd name="csY4" fmla="*/ 0 h 74231"/>
                  <a:gd name="csX5" fmla="*/ 795401 w 795401"/>
                  <a:gd name="csY5" fmla="*/ 10732 h 74231"/>
                  <a:gd name="csX6" fmla="*/ 731901 w 795401"/>
                  <a:gd name="csY6" fmla="*/ 74232 h 74231"/>
                  <a:gd name="csX7" fmla="*/ 22796 w 795401"/>
                  <a:gd name="csY7" fmla="*/ 21399 h 74231"/>
                  <a:gd name="csX8" fmla="*/ 63436 w 795401"/>
                  <a:gd name="csY8" fmla="*/ 52705 h 74231"/>
                  <a:gd name="csX9" fmla="*/ 731774 w 795401"/>
                  <a:gd name="csY9" fmla="*/ 52705 h 74231"/>
                  <a:gd name="csX10" fmla="*/ 772413 w 795401"/>
                  <a:gd name="csY10" fmla="*/ 21399 h 74231"/>
                  <a:gd name="csX11" fmla="*/ 22733 w 795401"/>
                  <a:gd name="csY11" fmla="*/ 21399 h 742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795401" h="74231">
                    <a:moveTo>
                      <a:pt x="731838" y="74232"/>
                    </a:moveTo>
                    <a:lnTo>
                      <a:pt x="63500" y="74232"/>
                    </a:lnTo>
                    <a:cubicBezTo>
                      <a:pt x="28448" y="74232"/>
                      <a:pt x="0" y="45720"/>
                      <a:pt x="0" y="10732"/>
                    </a:cubicBezTo>
                    <a:cubicBezTo>
                      <a:pt x="0" y="4826"/>
                      <a:pt x="4826" y="0"/>
                      <a:pt x="10731" y="0"/>
                    </a:cubicBezTo>
                    <a:lnTo>
                      <a:pt x="784669" y="0"/>
                    </a:lnTo>
                    <a:cubicBezTo>
                      <a:pt x="790575" y="0"/>
                      <a:pt x="795401" y="4826"/>
                      <a:pt x="795401" y="10732"/>
                    </a:cubicBezTo>
                    <a:cubicBezTo>
                      <a:pt x="795401" y="45784"/>
                      <a:pt x="766889" y="74232"/>
                      <a:pt x="731901" y="74232"/>
                    </a:cubicBezTo>
                    <a:close/>
                    <a:moveTo>
                      <a:pt x="22796" y="21399"/>
                    </a:moveTo>
                    <a:cubicBezTo>
                      <a:pt x="27559" y="39370"/>
                      <a:pt x="44005" y="52705"/>
                      <a:pt x="63436" y="52705"/>
                    </a:cubicBezTo>
                    <a:lnTo>
                      <a:pt x="731774" y="52705"/>
                    </a:lnTo>
                    <a:cubicBezTo>
                      <a:pt x="751268" y="52705"/>
                      <a:pt x="767651" y="39370"/>
                      <a:pt x="772413" y="21399"/>
                    </a:cubicBezTo>
                    <a:lnTo>
                      <a:pt x="22733" y="21399"/>
                    </a:lnTo>
                    <a:close/>
                  </a:path>
                </a:pathLst>
              </a:custGeom>
              <a:grpFill/>
              <a:ln w="6350" cap="flat">
                <a:noFill/>
                <a:prstDash val="solid"/>
                <a:miter/>
              </a:ln>
            </p:spPr>
          </p:sp>
        </p:grpSp>
        <p:sp>
          <p:nvSpPr>
            <p:cNvPr id="39" name="Freeform 117">
              <a:extLst>
                <a:ext uri="{FF2B5EF4-FFF2-40B4-BE49-F238E27FC236}">
                  <a16:creationId xmlns:a16="http://schemas.microsoft.com/office/drawing/2014/main" id="{09039789-44E6-44C0-A70D-F9ADB6421A7B}"/>
                </a:ext>
              </a:extLst>
            </p:cNvPr>
            <p:cNvSpPr/>
            <p:nvPr/>
          </p:nvSpPr>
          <p:spPr>
            <a:xfrm>
              <a:off x="8501039" y="5767959"/>
              <a:ext cx="199050" cy="214185"/>
            </a:xfrm>
            <a:custGeom>
              <a:avLst/>
              <a:gdLst>
                <a:gd name="csX0" fmla="*/ 99528 w 199050"/>
                <a:gd name="csY0" fmla="*/ 214185 h 214185"/>
                <a:gd name="csX1" fmla="*/ 95336 w 199050"/>
                <a:gd name="csY1" fmla="*/ 213360 h 214185"/>
                <a:gd name="csX2" fmla="*/ 27137 w 199050"/>
                <a:gd name="csY2" fmla="*/ 152273 h 214185"/>
                <a:gd name="csX3" fmla="*/ 23 w 199050"/>
                <a:gd name="csY3" fmla="*/ 54292 h 214185"/>
                <a:gd name="csX4" fmla="*/ 2816 w 199050"/>
                <a:gd name="csY4" fmla="*/ 46291 h 214185"/>
                <a:gd name="csX5" fmla="*/ 10564 w 199050"/>
                <a:gd name="csY5" fmla="*/ 42863 h 214185"/>
                <a:gd name="csX6" fmla="*/ 42187 w 199050"/>
                <a:gd name="csY6" fmla="*/ 10732 h 214185"/>
                <a:gd name="csX7" fmla="*/ 52918 w 199050"/>
                <a:gd name="csY7" fmla="*/ 0 h 214185"/>
                <a:gd name="csX8" fmla="*/ 144993 w 199050"/>
                <a:gd name="csY8" fmla="*/ 0 h 214185"/>
                <a:gd name="csX9" fmla="*/ 155725 w 199050"/>
                <a:gd name="csY9" fmla="*/ 10732 h 214185"/>
                <a:gd name="csX10" fmla="*/ 187855 w 199050"/>
                <a:gd name="csY10" fmla="*/ 42863 h 214185"/>
                <a:gd name="csX11" fmla="*/ 195920 w 199050"/>
                <a:gd name="csY11" fmla="*/ 46228 h 214185"/>
                <a:gd name="csX12" fmla="*/ 199032 w 199050"/>
                <a:gd name="csY12" fmla="*/ 54292 h 214185"/>
                <a:gd name="csX13" fmla="*/ 171854 w 199050"/>
                <a:gd name="csY13" fmla="*/ 152273 h 214185"/>
                <a:gd name="csX14" fmla="*/ 103654 w 199050"/>
                <a:gd name="csY14" fmla="*/ 213360 h 214185"/>
                <a:gd name="csX15" fmla="*/ 99464 w 199050"/>
                <a:gd name="csY15" fmla="*/ 214185 h 214185"/>
                <a:gd name="csX16" fmla="*/ 22248 w 199050"/>
                <a:gd name="csY16" fmla="*/ 62928 h 214185"/>
                <a:gd name="csX17" fmla="*/ 45742 w 199050"/>
                <a:gd name="csY17" fmla="*/ 141541 h 214185"/>
                <a:gd name="csX18" fmla="*/ 99528 w 199050"/>
                <a:gd name="csY18" fmla="*/ 191707 h 214185"/>
                <a:gd name="csX19" fmla="*/ 153312 w 199050"/>
                <a:gd name="csY19" fmla="*/ 141541 h 214185"/>
                <a:gd name="csX20" fmla="*/ 176743 w 199050"/>
                <a:gd name="csY20" fmla="*/ 63119 h 214185"/>
                <a:gd name="csX21" fmla="*/ 135342 w 199050"/>
                <a:gd name="csY21" fmla="*/ 21399 h 214185"/>
                <a:gd name="csX22" fmla="*/ 62570 w 199050"/>
                <a:gd name="csY22" fmla="*/ 21399 h 214185"/>
                <a:gd name="csX23" fmla="*/ 22248 w 199050"/>
                <a:gd name="csY23" fmla="*/ 62865 h 2141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199050" h="214185">
                  <a:moveTo>
                    <a:pt x="99528" y="214185"/>
                  </a:moveTo>
                  <a:cubicBezTo>
                    <a:pt x="98130" y="214185"/>
                    <a:pt x="96670" y="213932"/>
                    <a:pt x="95336" y="213360"/>
                  </a:cubicBezTo>
                  <a:cubicBezTo>
                    <a:pt x="66316" y="201041"/>
                    <a:pt x="43393" y="180467"/>
                    <a:pt x="27137" y="152273"/>
                  </a:cubicBezTo>
                  <a:cubicBezTo>
                    <a:pt x="7833" y="118745"/>
                    <a:pt x="1737" y="80454"/>
                    <a:pt x="23" y="54292"/>
                  </a:cubicBezTo>
                  <a:cubicBezTo>
                    <a:pt x="-168" y="51371"/>
                    <a:pt x="848" y="48450"/>
                    <a:pt x="2816" y="46291"/>
                  </a:cubicBezTo>
                  <a:cubicBezTo>
                    <a:pt x="4785" y="44132"/>
                    <a:pt x="7579" y="42863"/>
                    <a:pt x="10564" y="42863"/>
                  </a:cubicBezTo>
                  <a:cubicBezTo>
                    <a:pt x="28026" y="42608"/>
                    <a:pt x="42187" y="28194"/>
                    <a:pt x="42187" y="10732"/>
                  </a:cubicBezTo>
                  <a:cubicBezTo>
                    <a:pt x="42187" y="4826"/>
                    <a:pt x="47013" y="0"/>
                    <a:pt x="52918" y="0"/>
                  </a:cubicBezTo>
                  <a:lnTo>
                    <a:pt x="144993" y="0"/>
                  </a:lnTo>
                  <a:cubicBezTo>
                    <a:pt x="150899" y="0"/>
                    <a:pt x="155725" y="4826"/>
                    <a:pt x="155725" y="10732"/>
                  </a:cubicBezTo>
                  <a:cubicBezTo>
                    <a:pt x="155725" y="28448"/>
                    <a:pt x="170139" y="42863"/>
                    <a:pt x="187855" y="42863"/>
                  </a:cubicBezTo>
                  <a:cubicBezTo>
                    <a:pt x="190841" y="42863"/>
                    <a:pt x="193888" y="44069"/>
                    <a:pt x="195920" y="46228"/>
                  </a:cubicBezTo>
                  <a:cubicBezTo>
                    <a:pt x="197953" y="48387"/>
                    <a:pt x="199222" y="51308"/>
                    <a:pt x="199032" y="54292"/>
                  </a:cubicBezTo>
                  <a:cubicBezTo>
                    <a:pt x="197317" y="80518"/>
                    <a:pt x="191221" y="118808"/>
                    <a:pt x="171854" y="152273"/>
                  </a:cubicBezTo>
                  <a:cubicBezTo>
                    <a:pt x="155598" y="180467"/>
                    <a:pt x="132674" y="200977"/>
                    <a:pt x="103654" y="213360"/>
                  </a:cubicBezTo>
                  <a:cubicBezTo>
                    <a:pt x="102321" y="213932"/>
                    <a:pt x="100861" y="214185"/>
                    <a:pt x="99464" y="214185"/>
                  </a:cubicBezTo>
                  <a:close/>
                  <a:moveTo>
                    <a:pt x="22248" y="62928"/>
                  </a:moveTo>
                  <a:cubicBezTo>
                    <a:pt x="24597" y="85979"/>
                    <a:pt x="30757" y="115570"/>
                    <a:pt x="45742" y="141541"/>
                  </a:cubicBezTo>
                  <a:cubicBezTo>
                    <a:pt x="58824" y="164211"/>
                    <a:pt x="76921" y="181102"/>
                    <a:pt x="99528" y="191707"/>
                  </a:cubicBezTo>
                  <a:cubicBezTo>
                    <a:pt x="122197" y="181102"/>
                    <a:pt x="140230" y="164211"/>
                    <a:pt x="153312" y="141541"/>
                  </a:cubicBezTo>
                  <a:cubicBezTo>
                    <a:pt x="168234" y="115697"/>
                    <a:pt x="174330" y="86169"/>
                    <a:pt x="176743" y="63119"/>
                  </a:cubicBezTo>
                  <a:cubicBezTo>
                    <a:pt x="155979" y="58738"/>
                    <a:pt x="139596" y="42227"/>
                    <a:pt x="135342" y="21399"/>
                  </a:cubicBezTo>
                  <a:lnTo>
                    <a:pt x="62570" y="21399"/>
                  </a:lnTo>
                  <a:cubicBezTo>
                    <a:pt x="58379" y="41783"/>
                    <a:pt x="42441" y="58102"/>
                    <a:pt x="22248" y="62865"/>
                  </a:cubicBezTo>
                  <a:close/>
                </a:path>
              </a:pathLst>
            </a:custGeom>
            <a:grpFill/>
            <a:ln w="6350" cap="flat">
              <a:noFill/>
              <a:prstDash val="solid"/>
              <a:miter/>
            </a:ln>
          </p:spPr>
        </p:sp>
      </p:grpSp>
      <p:grpSp>
        <p:nvGrpSpPr>
          <p:cNvPr id="46" name="Graphic 6">
            <a:extLst>
              <a:ext uri="{FF2B5EF4-FFF2-40B4-BE49-F238E27FC236}">
                <a16:creationId xmlns:a16="http://schemas.microsoft.com/office/drawing/2014/main" id="{6FB7D734-1DF3-40CA-A605-2380E977F131}"/>
              </a:ext>
            </a:extLst>
          </p:cNvPr>
          <p:cNvGrpSpPr/>
          <p:nvPr/>
        </p:nvGrpSpPr>
        <p:grpSpPr>
          <a:xfrm>
            <a:off x="5108895" y="3102900"/>
            <a:ext cx="671881" cy="409211"/>
            <a:chOff x="8202930" y="5654294"/>
            <a:chExt cx="795401" cy="484441"/>
          </a:xfrm>
          <a:solidFill>
            <a:srgbClr val="9DC41A"/>
          </a:solidFill>
        </p:grpSpPr>
        <p:grpSp>
          <p:nvGrpSpPr>
            <p:cNvPr id="47" name="Graphic 6">
              <a:extLst>
                <a:ext uri="{FF2B5EF4-FFF2-40B4-BE49-F238E27FC236}">
                  <a16:creationId xmlns:a16="http://schemas.microsoft.com/office/drawing/2014/main" id="{A96AA418-71E7-4AEE-B4C3-4BE3439578A4}"/>
                </a:ext>
              </a:extLst>
            </p:cNvPr>
            <p:cNvGrpSpPr/>
            <p:nvPr/>
          </p:nvGrpSpPr>
          <p:grpSpPr>
            <a:xfrm>
              <a:off x="8202930" y="5654294"/>
              <a:ext cx="795401" cy="484441"/>
              <a:chOff x="8202930" y="5654294"/>
              <a:chExt cx="795401" cy="484441"/>
            </a:xfrm>
            <a:grpFill/>
          </p:grpSpPr>
          <p:sp>
            <p:nvSpPr>
              <p:cNvPr id="52" name="Freeform 114">
                <a:extLst>
                  <a:ext uri="{FF2B5EF4-FFF2-40B4-BE49-F238E27FC236}">
                    <a16:creationId xmlns:a16="http://schemas.microsoft.com/office/drawing/2014/main" id="{EDBE03A7-DFDD-4533-BFDF-473326CA4AE5}"/>
                  </a:ext>
                </a:extLst>
              </p:cNvPr>
              <p:cNvSpPr/>
              <p:nvPr/>
            </p:nvSpPr>
            <p:spPr>
              <a:xfrm>
                <a:off x="8282813" y="5654294"/>
                <a:ext cx="635507" cy="431609"/>
              </a:xfrm>
              <a:custGeom>
                <a:avLst/>
                <a:gdLst>
                  <a:gd name="csX0" fmla="*/ 624713 w 635507"/>
                  <a:gd name="csY0" fmla="*/ 431609 h 431609"/>
                  <a:gd name="csX1" fmla="*/ 10731 w 635507"/>
                  <a:gd name="csY1" fmla="*/ 431609 h 431609"/>
                  <a:gd name="csX2" fmla="*/ 0 w 635507"/>
                  <a:gd name="csY2" fmla="*/ 420878 h 431609"/>
                  <a:gd name="csX3" fmla="*/ 0 w 635507"/>
                  <a:gd name="csY3" fmla="*/ 67120 h 431609"/>
                  <a:gd name="csX4" fmla="*/ 67119 w 635507"/>
                  <a:gd name="csY4" fmla="*/ 0 h 431609"/>
                  <a:gd name="csX5" fmla="*/ 568389 w 635507"/>
                  <a:gd name="csY5" fmla="*/ 0 h 431609"/>
                  <a:gd name="csX6" fmla="*/ 635508 w 635507"/>
                  <a:gd name="csY6" fmla="*/ 67120 h 431609"/>
                  <a:gd name="csX7" fmla="*/ 635508 w 635507"/>
                  <a:gd name="csY7" fmla="*/ 420878 h 431609"/>
                  <a:gd name="csX8" fmla="*/ 624777 w 635507"/>
                  <a:gd name="csY8" fmla="*/ 431609 h 431609"/>
                  <a:gd name="csX9" fmla="*/ 21463 w 635507"/>
                  <a:gd name="csY9" fmla="*/ 410147 h 431609"/>
                  <a:gd name="csX10" fmla="*/ 613981 w 635507"/>
                  <a:gd name="csY10" fmla="*/ 410147 h 431609"/>
                  <a:gd name="csX11" fmla="*/ 613981 w 635507"/>
                  <a:gd name="csY11" fmla="*/ 67120 h 431609"/>
                  <a:gd name="csX12" fmla="*/ 568325 w 635507"/>
                  <a:gd name="csY12" fmla="*/ 21463 h 431609"/>
                  <a:gd name="csX13" fmla="*/ 67056 w 635507"/>
                  <a:gd name="csY13" fmla="*/ 21463 h 431609"/>
                  <a:gd name="csX14" fmla="*/ 21399 w 635507"/>
                  <a:gd name="csY14" fmla="*/ 67120 h 431609"/>
                  <a:gd name="csX15" fmla="*/ 21399 w 635507"/>
                  <a:gd name="csY15" fmla="*/ 410147 h 4316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635507" h="431609">
                    <a:moveTo>
                      <a:pt x="624713" y="431609"/>
                    </a:moveTo>
                    <a:lnTo>
                      <a:pt x="10731" y="431609"/>
                    </a:lnTo>
                    <a:cubicBezTo>
                      <a:pt x="4826" y="431609"/>
                      <a:pt x="0" y="426784"/>
                      <a:pt x="0" y="420878"/>
                    </a:cubicBezTo>
                    <a:lnTo>
                      <a:pt x="0" y="67120"/>
                    </a:lnTo>
                    <a:cubicBezTo>
                      <a:pt x="0" y="30099"/>
                      <a:pt x="30099" y="0"/>
                      <a:pt x="67119" y="0"/>
                    </a:cubicBezTo>
                    <a:lnTo>
                      <a:pt x="568389" y="0"/>
                    </a:lnTo>
                    <a:cubicBezTo>
                      <a:pt x="605409" y="0"/>
                      <a:pt x="635508" y="30099"/>
                      <a:pt x="635508" y="67120"/>
                    </a:cubicBezTo>
                    <a:lnTo>
                      <a:pt x="635508" y="420878"/>
                    </a:lnTo>
                    <a:cubicBezTo>
                      <a:pt x="635508" y="426784"/>
                      <a:pt x="630682" y="431609"/>
                      <a:pt x="624777" y="431609"/>
                    </a:cubicBezTo>
                    <a:close/>
                    <a:moveTo>
                      <a:pt x="21463" y="410147"/>
                    </a:moveTo>
                    <a:lnTo>
                      <a:pt x="613981" y="410147"/>
                    </a:lnTo>
                    <a:lnTo>
                      <a:pt x="613981" y="67120"/>
                    </a:lnTo>
                    <a:cubicBezTo>
                      <a:pt x="613981" y="41973"/>
                      <a:pt x="593534" y="21463"/>
                      <a:pt x="568325" y="21463"/>
                    </a:cubicBezTo>
                    <a:lnTo>
                      <a:pt x="67056" y="21463"/>
                    </a:lnTo>
                    <a:cubicBezTo>
                      <a:pt x="41910" y="21463"/>
                      <a:pt x="21399" y="41910"/>
                      <a:pt x="21399" y="67120"/>
                    </a:cubicBezTo>
                    <a:lnTo>
                      <a:pt x="21399" y="410147"/>
                    </a:lnTo>
                    <a:close/>
                  </a:path>
                </a:pathLst>
              </a:custGeom>
              <a:grpFill/>
              <a:ln w="6350" cap="flat">
                <a:noFill/>
                <a:prstDash val="solid"/>
                <a:miter/>
              </a:ln>
            </p:spPr>
          </p:sp>
          <p:sp>
            <p:nvSpPr>
              <p:cNvPr id="53" name="Freeform 115">
                <a:extLst>
                  <a:ext uri="{FF2B5EF4-FFF2-40B4-BE49-F238E27FC236}">
                    <a16:creationId xmlns:a16="http://schemas.microsoft.com/office/drawing/2014/main" id="{7206596B-4FFB-4589-B598-8F7AB286A747}"/>
                  </a:ext>
                </a:extLst>
              </p:cNvPr>
              <p:cNvSpPr/>
              <p:nvPr/>
            </p:nvSpPr>
            <p:spPr>
              <a:xfrm>
                <a:off x="8326056" y="5698934"/>
                <a:ext cx="549085" cy="342455"/>
              </a:xfrm>
              <a:custGeom>
                <a:avLst/>
                <a:gdLst>
                  <a:gd name="csX0" fmla="*/ 538353 w 549085"/>
                  <a:gd name="csY0" fmla="*/ 342456 h 342455"/>
                  <a:gd name="csX1" fmla="*/ 10732 w 549085"/>
                  <a:gd name="csY1" fmla="*/ 342456 h 342455"/>
                  <a:gd name="csX2" fmla="*/ 0 w 549085"/>
                  <a:gd name="csY2" fmla="*/ 331724 h 342455"/>
                  <a:gd name="csX3" fmla="*/ 0 w 549085"/>
                  <a:gd name="csY3" fmla="*/ 10732 h 342455"/>
                  <a:gd name="csX4" fmla="*/ 10732 w 549085"/>
                  <a:gd name="csY4" fmla="*/ 0 h 342455"/>
                  <a:gd name="csX5" fmla="*/ 538353 w 549085"/>
                  <a:gd name="csY5" fmla="*/ 0 h 342455"/>
                  <a:gd name="csX6" fmla="*/ 549085 w 549085"/>
                  <a:gd name="csY6" fmla="*/ 10732 h 342455"/>
                  <a:gd name="csX7" fmla="*/ 549085 w 549085"/>
                  <a:gd name="csY7" fmla="*/ 331724 h 342455"/>
                  <a:gd name="csX8" fmla="*/ 538353 w 549085"/>
                  <a:gd name="csY8" fmla="*/ 342456 h 342455"/>
                  <a:gd name="csX9" fmla="*/ 21400 w 549085"/>
                  <a:gd name="csY9" fmla="*/ 320993 h 342455"/>
                  <a:gd name="csX10" fmla="*/ 527559 w 549085"/>
                  <a:gd name="csY10" fmla="*/ 320993 h 342455"/>
                  <a:gd name="csX11" fmla="*/ 527559 w 549085"/>
                  <a:gd name="csY11" fmla="*/ 21463 h 342455"/>
                  <a:gd name="csX12" fmla="*/ 21400 w 549085"/>
                  <a:gd name="csY12" fmla="*/ 21463 h 342455"/>
                  <a:gd name="csX13" fmla="*/ 21400 w 549085"/>
                  <a:gd name="csY13" fmla="*/ 320993 h 34245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549085" h="342455">
                    <a:moveTo>
                      <a:pt x="538353" y="342456"/>
                    </a:moveTo>
                    <a:lnTo>
                      <a:pt x="10732" y="342456"/>
                    </a:lnTo>
                    <a:cubicBezTo>
                      <a:pt x="4826" y="342456"/>
                      <a:pt x="0" y="337630"/>
                      <a:pt x="0" y="331724"/>
                    </a:cubicBezTo>
                    <a:lnTo>
                      <a:pt x="0" y="10732"/>
                    </a:lnTo>
                    <a:cubicBezTo>
                      <a:pt x="0" y="4826"/>
                      <a:pt x="4826" y="0"/>
                      <a:pt x="10732" y="0"/>
                    </a:cubicBezTo>
                    <a:lnTo>
                      <a:pt x="538353" y="0"/>
                    </a:lnTo>
                    <a:cubicBezTo>
                      <a:pt x="544259" y="0"/>
                      <a:pt x="549085" y="4826"/>
                      <a:pt x="549085" y="10732"/>
                    </a:cubicBezTo>
                    <a:lnTo>
                      <a:pt x="549085" y="331724"/>
                    </a:lnTo>
                    <a:cubicBezTo>
                      <a:pt x="549085" y="337630"/>
                      <a:pt x="544259" y="342456"/>
                      <a:pt x="538353" y="342456"/>
                    </a:cubicBezTo>
                    <a:close/>
                    <a:moveTo>
                      <a:pt x="21400" y="320993"/>
                    </a:moveTo>
                    <a:lnTo>
                      <a:pt x="527559" y="320993"/>
                    </a:lnTo>
                    <a:lnTo>
                      <a:pt x="527559" y="21463"/>
                    </a:lnTo>
                    <a:lnTo>
                      <a:pt x="21400" y="21463"/>
                    </a:lnTo>
                    <a:lnTo>
                      <a:pt x="21400" y="320993"/>
                    </a:lnTo>
                    <a:close/>
                  </a:path>
                </a:pathLst>
              </a:custGeom>
              <a:grpFill/>
              <a:ln w="6350" cap="flat">
                <a:noFill/>
                <a:prstDash val="solid"/>
                <a:miter/>
              </a:ln>
            </p:spPr>
          </p:sp>
          <p:sp>
            <p:nvSpPr>
              <p:cNvPr id="54" name="Freeform 116">
                <a:extLst>
                  <a:ext uri="{FF2B5EF4-FFF2-40B4-BE49-F238E27FC236}">
                    <a16:creationId xmlns:a16="http://schemas.microsoft.com/office/drawing/2014/main" id="{D37BF394-235C-4C87-A9AC-166B58E8D3C5}"/>
                  </a:ext>
                </a:extLst>
              </p:cNvPr>
              <p:cNvSpPr/>
              <p:nvPr/>
            </p:nvSpPr>
            <p:spPr>
              <a:xfrm>
                <a:off x="8202930" y="6064503"/>
                <a:ext cx="795401" cy="74231"/>
              </a:xfrm>
              <a:custGeom>
                <a:avLst/>
                <a:gdLst>
                  <a:gd name="csX0" fmla="*/ 731838 w 795401"/>
                  <a:gd name="csY0" fmla="*/ 74232 h 74231"/>
                  <a:gd name="csX1" fmla="*/ 63500 w 795401"/>
                  <a:gd name="csY1" fmla="*/ 74232 h 74231"/>
                  <a:gd name="csX2" fmla="*/ 0 w 795401"/>
                  <a:gd name="csY2" fmla="*/ 10732 h 74231"/>
                  <a:gd name="csX3" fmla="*/ 10731 w 795401"/>
                  <a:gd name="csY3" fmla="*/ 0 h 74231"/>
                  <a:gd name="csX4" fmla="*/ 784669 w 795401"/>
                  <a:gd name="csY4" fmla="*/ 0 h 74231"/>
                  <a:gd name="csX5" fmla="*/ 795401 w 795401"/>
                  <a:gd name="csY5" fmla="*/ 10732 h 74231"/>
                  <a:gd name="csX6" fmla="*/ 731901 w 795401"/>
                  <a:gd name="csY6" fmla="*/ 74232 h 74231"/>
                  <a:gd name="csX7" fmla="*/ 22796 w 795401"/>
                  <a:gd name="csY7" fmla="*/ 21399 h 74231"/>
                  <a:gd name="csX8" fmla="*/ 63436 w 795401"/>
                  <a:gd name="csY8" fmla="*/ 52705 h 74231"/>
                  <a:gd name="csX9" fmla="*/ 731774 w 795401"/>
                  <a:gd name="csY9" fmla="*/ 52705 h 74231"/>
                  <a:gd name="csX10" fmla="*/ 772413 w 795401"/>
                  <a:gd name="csY10" fmla="*/ 21399 h 74231"/>
                  <a:gd name="csX11" fmla="*/ 22733 w 795401"/>
                  <a:gd name="csY11" fmla="*/ 21399 h 742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795401" h="74231">
                    <a:moveTo>
                      <a:pt x="731838" y="74232"/>
                    </a:moveTo>
                    <a:lnTo>
                      <a:pt x="63500" y="74232"/>
                    </a:lnTo>
                    <a:cubicBezTo>
                      <a:pt x="28448" y="74232"/>
                      <a:pt x="0" y="45720"/>
                      <a:pt x="0" y="10732"/>
                    </a:cubicBezTo>
                    <a:cubicBezTo>
                      <a:pt x="0" y="4826"/>
                      <a:pt x="4826" y="0"/>
                      <a:pt x="10731" y="0"/>
                    </a:cubicBezTo>
                    <a:lnTo>
                      <a:pt x="784669" y="0"/>
                    </a:lnTo>
                    <a:cubicBezTo>
                      <a:pt x="790575" y="0"/>
                      <a:pt x="795401" y="4826"/>
                      <a:pt x="795401" y="10732"/>
                    </a:cubicBezTo>
                    <a:cubicBezTo>
                      <a:pt x="795401" y="45784"/>
                      <a:pt x="766889" y="74232"/>
                      <a:pt x="731901" y="74232"/>
                    </a:cubicBezTo>
                    <a:close/>
                    <a:moveTo>
                      <a:pt x="22796" y="21399"/>
                    </a:moveTo>
                    <a:cubicBezTo>
                      <a:pt x="27559" y="39370"/>
                      <a:pt x="44005" y="52705"/>
                      <a:pt x="63436" y="52705"/>
                    </a:cubicBezTo>
                    <a:lnTo>
                      <a:pt x="731774" y="52705"/>
                    </a:lnTo>
                    <a:cubicBezTo>
                      <a:pt x="751268" y="52705"/>
                      <a:pt x="767651" y="39370"/>
                      <a:pt x="772413" y="21399"/>
                    </a:cubicBezTo>
                    <a:lnTo>
                      <a:pt x="22733" y="21399"/>
                    </a:lnTo>
                    <a:close/>
                  </a:path>
                </a:pathLst>
              </a:custGeom>
              <a:grpFill/>
              <a:ln w="6350" cap="flat">
                <a:noFill/>
                <a:prstDash val="solid"/>
                <a:miter/>
              </a:ln>
            </p:spPr>
          </p:sp>
        </p:grpSp>
        <p:sp>
          <p:nvSpPr>
            <p:cNvPr id="51" name="Freeform 117">
              <a:extLst>
                <a:ext uri="{FF2B5EF4-FFF2-40B4-BE49-F238E27FC236}">
                  <a16:creationId xmlns:a16="http://schemas.microsoft.com/office/drawing/2014/main" id="{DC72F172-7228-4B22-8BDF-333831A10C43}"/>
                </a:ext>
              </a:extLst>
            </p:cNvPr>
            <p:cNvSpPr/>
            <p:nvPr/>
          </p:nvSpPr>
          <p:spPr>
            <a:xfrm>
              <a:off x="8501039" y="5767959"/>
              <a:ext cx="199050" cy="214185"/>
            </a:xfrm>
            <a:custGeom>
              <a:avLst/>
              <a:gdLst>
                <a:gd name="csX0" fmla="*/ 99528 w 199050"/>
                <a:gd name="csY0" fmla="*/ 214185 h 214185"/>
                <a:gd name="csX1" fmla="*/ 95336 w 199050"/>
                <a:gd name="csY1" fmla="*/ 213360 h 214185"/>
                <a:gd name="csX2" fmla="*/ 27137 w 199050"/>
                <a:gd name="csY2" fmla="*/ 152273 h 214185"/>
                <a:gd name="csX3" fmla="*/ 23 w 199050"/>
                <a:gd name="csY3" fmla="*/ 54292 h 214185"/>
                <a:gd name="csX4" fmla="*/ 2816 w 199050"/>
                <a:gd name="csY4" fmla="*/ 46291 h 214185"/>
                <a:gd name="csX5" fmla="*/ 10564 w 199050"/>
                <a:gd name="csY5" fmla="*/ 42863 h 214185"/>
                <a:gd name="csX6" fmla="*/ 42187 w 199050"/>
                <a:gd name="csY6" fmla="*/ 10732 h 214185"/>
                <a:gd name="csX7" fmla="*/ 52918 w 199050"/>
                <a:gd name="csY7" fmla="*/ 0 h 214185"/>
                <a:gd name="csX8" fmla="*/ 144993 w 199050"/>
                <a:gd name="csY8" fmla="*/ 0 h 214185"/>
                <a:gd name="csX9" fmla="*/ 155725 w 199050"/>
                <a:gd name="csY9" fmla="*/ 10732 h 214185"/>
                <a:gd name="csX10" fmla="*/ 187855 w 199050"/>
                <a:gd name="csY10" fmla="*/ 42863 h 214185"/>
                <a:gd name="csX11" fmla="*/ 195920 w 199050"/>
                <a:gd name="csY11" fmla="*/ 46228 h 214185"/>
                <a:gd name="csX12" fmla="*/ 199032 w 199050"/>
                <a:gd name="csY12" fmla="*/ 54292 h 214185"/>
                <a:gd name="csX13" fmla="*/ 171854 w 199050"/>
                <a:gd name="csY13" fmla="*/ 152273 h 214185"/>
                <a:gd name="csX14" fmla="*/ 103654 w 199050"/>
                <a:gd name="csY14" fmla="*/ 213360 h 214185"/>
                <a:gd name="csX15" fmla="*/ 99464 w 199050"/>
                <a:gd name="csY15" fmla="*/ 214185 h 214185"/>
                <a:gd name="csX16" fmla="*/ 22248 w 199050"/>
                <a:gd name="csY16" fmla="*/ 62928 h 214185"/>
                <a:gd name="csX17" fmla="*/ 45742 w 199050"/>
                <a:gd name="csY17" fmla="*/ 141541 h 214185"/>
                <a:gd name="csX18" fmla="*/ 99528 w 199050"/>
                <a:gd name="csY18" fmla="*/ 191707 h 214185"/>
                <a:gd name="csX19" fmla="*/ 153312 w 199050"/>
                <a:gd name="csY19" fmla="*/ 141541 h 214185"/>
                <a:gd name="csX20" fmla="*/ 176743 w 199050"/>
                <a:gd name="csY20" fmla="*/ 63119 h 214185"/>
                <a:gd name="csX21" fmla="*/ 135342 w 199050"/>
                <a:gd name="csY21" fmla="*/ 21399 h 214185"/>
                <a:gd name="csX22" fmla="*/ 62570 w 199050"/>
                <a:gd name="csY22" fmla="*/ 21399 h 214185"/>
                <a:gd name="csX23" fmla="*/ 22248 w 199050"/>
                <a:gd name="csY23" fmla="*/ 62865 h 2141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199050" h="214185">
                  <a:moveTo>
                    <a:pt x="99528" y="214185"/>
                  </a:moveTo>
                  <a:cubicBezTo>
                    <a:pt x="98130" y="214185"/>
                    <a:pt x="96670" y="213932"/>
                    <a:pt x="95336" y="213360"/>
                  </a:cubicBezTo>
                  <a:cubicBezTo>
                    <a:pt x="66316" y="201041"/>
                    <a:pt x="43393" y="180467"/>
                    <a:pt x="27137" y="152273"/>
                  </a:cubicBezTo>
                  <a:cubicBezTo>
                    <a:pt x="7833" y="118745"/>
                    <a:pt x="1737" y="80454"/>
                    <a:pt x="23" y="54292"/>
                  </a:cubicBezTo>
                  <a:cubicBezTo>
                    <a:pt x="-168" y="51371"/>
                    <a:pt x="848" y="48450"/>
                    <a:pt x="2816" y="46291"/>
                  </a:cubicBezTo>
                  <a:cubicBezTo>
                    <a:pt x="4785" y="44132"/>
                    <a:pt x="7579" y="42863"/>
                    <a:pt x="10564" y="42863"/>
                  </a:cubicBezTo>
                  <a:cubicBezTo>
                    <a:pt x="28026" y="42608"/>
                    <a:pt x="42187" y="28194"/>
                    <a:pt x="42187" y="10732"/>
                  </a:cubicBezTo>
                  <a:cubicBezTo>
                    <a:pt x="42187" y="4826"/>
                    <a:pt x="47013" y="0"/>
                    <a:pt x="52918" y="0"/>
                  </a:cubicBezTo>
                  <a:lnTo>
                    <a:pt x="144993" y="0"/>
                  </a:lnTo>
                  <a:cubicBezTo>
                    <a:pt x="150899" y="0"/>
                    <a:pt x="155725" y="4826"/>
                    <a:pt x="155725" y="10732"/>
                  </a:cubicBezTo>
                  <a:cubicBezTo>
                    <a:pt x="155725" y="28448"/>
                    <a:pt x="170139" y="42863"/>
                    <a:pt x="187855" y="42863"/>
                  </a:cubicBezTo>
                  <a:cubicBezTo>
                    <a:pt x="190841" y="42863"/>
                    <a:pt x="193888" y="44069"/>
                    <a:pt x="195920" y="46228"/>
                  </a:cubicBezTo>
                  <a:cubicBezTo>
                    <a:pt x="197953" y="48387"/>
                    <a:pt x="199222" y="51308"/>
                    <a:pt x="199032" y="54292"/>
                  </a:cubicBezTo>
                  <a:cubicBezTo>
                    <a:pt x="197317" y="80518"/>
                    <a:pt x="191221" y="118808"/>
                    <a:pt x="171854" y="152273"/>
                  </a:cubicBezTo>
                  <a:cubicBezTo>
                    <a:pt x="155598" y="180467"/>
                    <a:pt x="132674" y="200977"/>
                    <a:pt x="103654" y="213360"/>
                  </a:cubicBezTo>
                  <a:cubicBezTo>
                    <a:pt x="102321" y="213932"/>
                    <a:pt x="100861" y="214185"/>
                    <a:pt x="99464" y="214185"/>
                  </a:cubicBezTo>
                  <a:close/>
                  <a:moveTo>
                    <a:pt x="22248" y="62928"/>
                  </a:moveTo>
                  <a:cubicBezTo>
                    <a:pt x="24597" y="85979"/>
                    <a:pt x="30757" y="115570"/>
                    <a:pt x="45742" y="141541"/>
                  </a:cubicBezTo>
                  <a:cubicBezTo>
                    <a:pt x="58824" y="164211"/>
                    <a:pt x="76921" y="181102"/>
                    <a:pt x="99528" y="191707"/>
                  </a:cubicBezTo>
                  <a:cubicBezTo>
                    <a:pt x="122197" y="181102"/>
                    <a:pt x="140230" y="164211"/>
                    <a:pt x="153312" y="141541"/>
                  </a:cubicBezTo>
                  <a:cubicBezTo>
                    <a:pt x="168234" y="115697"/>
                    <a:pt x="174330" y="86169"/>
                    <a:pt x="176743" y="63119"/>
                  </a:cubicBezTo>
                  <a:cubicBezTo>
                    <a:pt x="155979" y="58738"/>
                    <a:pt x="139596" y="42227"/>
                    <a:pt x="135342" y="21399"/>
                  </a:cubicBezTo>
                  <a:lnTo>
                    <a:pt x="62570" y="21399"/>
                  </a:lnTo>
                  <a:cubicBezTo>
                    <a:pt x="58379" y="41783"/>
                    <a:pt x="42441" y="58102"/>
                    <a:pt x="22248" y="62865"/>
                  </a:cubicBezTo>
                  <a:close/>
                </a:path>
              </a:pathLst>
            </a:custGeom>
            <a:grpFill/>
            <a:ln w="6350" cap="flat">
              <a:noFill/>
              <a:prstDash val="solid"/>
              <a:miter/>
            </a:ln>
          </p:spPr>
        </p:sp>
      </p:grpSp>
      <p:sp>
        <p:nvSpPr>
          <p:cNvPr id="72" name="Rectangle 71">
            <a:extLst>
              <a:ext uri="{FF2B5EF4-FFF2-40B4-BE49-F238E27FC236}">
                <a16:creationId xmlns:a16="http://schemas.microsoft.com/office/drawing/2014/main" id="{89A44067-F78C-49A1-8C1B-86651C7F8642}"/>
              </a:ext>
            </a:extLst>
          </p:cNvPr>
          <p:cNvSpPr/>
          <p:nvPr/>
        </p:nvSpPr>
        <p:spPr>
          <a:xfrm>
            <a:off x="6701382" y="5684522"/>
            <a:ext cx="1857375" cy="430887"/>
          </a:xfrm>
          <a:prstGeom prst="rect">
            <a:avLst/>
          </a:prstGeom>
        </p:spPr>
        <p:txBody>
          <a:bodyPr wrap="square">
            <a:spAutoFit/>
          </a:bodyPr>
          <a:lstStyle/>
          <a:p>
            <a:pPr algn="ctr" rtl="1"/>
            <a:r>
              <a:rPr lang="ar-SA" sz="1100" dirty="0">
                <a:solidFill>
                  <a:srgbClr val="808185"/>
                </a:solidFill>
                <a:latin typeface="Frutiger LT Arabic 45 Light" panose="01000000000000000000" pitchFamily="2" charset="-78"/>
                <a:cs typeface="Frutiger LT Arabic 45 Light" panose="01000000000000000000" pitchFamily="2" charset="-78"/>
              </a:rPr>
              <a:t>محتوى محتوى محتوى محتوى</a:t>
            </a:r>
          </a:p>
          <a:p>
            <a:pPr algn="ctr" rtl="1"/>
            <a:r>
              <a:rPr lang="ar-SA" sz="1100" dirty="0">
                <a:solidFill>
                  <a:srgbClr val="808185"/>
                </a:solidFill>
                <a:latin typeface="Frutiger LT Arabic 45 Light" panose="01000000000000000000" pitchFamily="2" charset="-78"/>
                <a:cs typeface="Frutiger LT Arabic 45 Light" panose="01000000000000000000" pitchFamily="2" charset="-78"/>
              </a:rPr>
              <a:t>محتوى محتوى محتوى</a:t>
            </a:r>
          </a:p>
        </p:txBody>
      </p:sp>
      <p:sp>
        <p:nvSpPr>
          <p:cNvPr id="73" name="Rectangle 72">
            <a:extLst>
              <a:ext uri="{FF2B5EF4-FFF2-40B4-BE49-F238E27FC236}">
                <a16:creationId xmlns:a16="http://schemas.microsoft.com/office/drawing/2014/main" id="{5889A4B3-AE05-4E8D-B97B-7642A9A57D0C}"/>
              </a:ext>
            </a:extLst>
          </p:cNvPr>
          <p:cNvSpPr/>
          <p:nvPr/>
        </p:nvSpPr>
        <p:spPr>
          <a:xfrm>
            <a:off x="6609836" y="3856987"/>
            <a:ext cx="1857375" cy="430887"/>
          </a:xfrm>
          <a:prstGeom prst="rect">
            <a:avLst/>
          </a:prstGeom>
        </p:spPr>
        <p:txBody>
          <a:bodyPr wrap="square">
            <a:spAutoFit/>
          </a:bodyPr>
          <a:lstStyle/>
          <a:p>
            <a:pPr algn="ctr" rtl="1"/>
            <a:r>
              <a:rPr lang="ar-SA" sz="1100" dirty="0">
                <a:solidFill>
                  <a:srgbClr val="808185"/>
                </a:solidFill>
                <a:latin typeface="Frutiger LT Arabic 45 Light" panose="01000000000000000000" pitchFamily="2" charset="-78"/>
                <a:cs typeface="Frutiger LT Arabic 45 Light" panose="01000000000000000000" pitchFamily="2" charset="-78"/>
              </a:rPr>
              <a:t>محتوى محتوى محتوى محتوى</a:t>
            </a:r>
          </a:p>
          <a:p>
            <a:pPr algn="ctr" rtl="1"/>
            <a:r>
              <a:rPr lang="ar-SA" sz="1100" dirty="0">
                <a:solidFill>
                  <a:srgbClr val="808185"/>
                </a:solidFill>
                <a:latin typeface="Frutiger LT Arabic 45 Light" panose="01000000000000000000" pitchFamily="2" charset="-78"/>
                <a:cs typeface="Frutiger LT Arabic 45 Light" panose="01000000000000000000" pitchFamily="2" charset="-78"/>
              </a:rPr>
              <a:t>محتوى محتوى محتوى</a:t>
            </a:r>
          </a:p>
        </p:txBody>
      </p:sp>
      <p:sp>
        <p:nvSpPr>
          <p:cNvPr id="74" name="Rectangle 73">
            <a:extLst>
              <a:ext uri="{FF2B5EF4-FFF2-40B4-BE49-F238E27FC236}">
                <a16:creationId xmlns:a16="http://schemas.microsoft.com/office/drawing/2014/main" id="{F26EB3D6-05C0-45D9-8355-274DD29A0F59}"/>
              </a:ext>
            </a:extLst>
          </p:cNvPr>
          <p:cNvSpPr/>
          <p:nvPr/>
        </p:nvSpPr>
        <p:spPr>
          <a:xfrm>
            <a:off x="4538850" y="3856987"/>
            <a:ext cx="1851866" cy="430887"/>
          </a:xfrm>
          <a:prstGeom prst="rect">
            <a:avLst/>
          </a:prstGeom>
        </p:spPr>
        <p:txBody>
          <a:bodyPr wrap="square">
            <a:spAutoFit/>
          </a:bodyPr>
          <a:lstStyle/>
          <a:p>
            <a:pPr algn="ctr" rtl="1"/>
            <a:r>
              <a:rPr lang="ar-SA" sz="1100" dirty="0">
                <a:solidFill>
                  <a:srgbClr val="808185"/>
                </a:solidFill>
                <a:latin typeface="Frutiger LT Arabic 45 Light" panose="01000000000000000000" pitchFamily="2" charset="-78"/>
                <a:cs typeface="Frutiger LT Arabic 45 Light" panose="01000000000000000000" pitchFamily="2" charset="-78"/>
              </a:rPr>
              <a:t>محتوى محتوى محتوى محتوى</a:t>
            </a:r>
          </a:p>
          <a:p>
            <a:pPr algn="ctr" rtl="1"/>
            <a:r>
              <a:rPr lang="ar-SA" sz="1100" dirty="0">
                <a:solidFill>
                  <a:srgbClr val="808185"/>
                </a:solidFill>
                <a:latin typeface="Frutiger LT Arabic 45 Light" panose="01000000000000000000" pitchFamily="2" charset="-78"/>
                <a:cs typeface="Frutiger LT Arabic 45 Light" panose="01000000000000000000" pitchFamily="2" charset="-78"/>
              </a:rPr>
              <a:t>محتوى محتوى محتوى</a:t>
            </a:r>
          </a:p>
        </p:txBody>
      </p:sp>
      <p:sp>
        <p:nvSpPr>
          <p:cNvPr id="75" name="Rectangle 74">
            <a:extLst>
              <a:ext uri="{FF2B5EF4-FFF2-40B4-BE49-F238E27FC236}">
                <a16:creationId xmlns:a16="http://schemas.microsoft.com/office/drawing/2014/main" id="{56B9D9E5-B8E0-41F5-9FFB-248591614FFF}"/>
              </a:ext>
            </a:extLst>
          </p:cNvPr>
          <p:cNvSpPr/>
          <p:nvPr/>
        </p:nvSpPr>
        <p:spPr>
          <a:xfrm>
            <a:off x="4489145" y="5676229"/>
            <a:ext cx="1851866" cy="430887"/>
          </a:xfrm>
          <a:prstGeom prst="rect">
            <a:avLst/>
          </a:prstGeom>
        </p:spPr>
        <p:txBody>
          <a:bodyPr wrap="square">
            <a:spAutoFit/>
          </a:bodyPr>
          <a:lstStyle/>
          <a:p>
            <a:pPr algn="ctr" rtl="1"/>
            <a:r>
              <a:rPr lang="ar-SA" sz="1100" dirty="0">
                <a:solidFill>
                  <a:srgbClr val="808185"/>
                </a:solidFill>
                <a:latin typeface="Frutiger LT Arabic 45 Light" panose="01000000000000000000" pitchFamily="2" charset="-78"/>
                <a:cs typeface="Frutiger LT Arabic 45 Light" panose="01000000000000000000" pitchFamily="2" charset="-78"/>
              </a:rPr>
              <a:t>محتوى محتوى محتوى محتوى</a:t>
            </a:r>
          </a:p>
          <a:p>
            <a:pPr algn="ctr" rtl="1"/>
            <a:r>
              <a:rPr lang="ar-SA" sz="1100" dirty="0">
                <a:solidFill>
                  <a:srgbClr val="808185"/>
                </a:solidFill>
                <a:latin typeface="Frutiger LT Arabic 45 Light" panose="01000000000000000000" pitchFamily="2" charset="-78"/>
                <a:cs typeface="Frutiger LT Arabic 45 Light" panose="01000000000000000000" pitchFamily="2" charset="-78"/>
              </a:rPr>
              <a:t>محتوى محتوى محتوى</a:t>
            </a:r>
          </a:p>
        </p:txBody>
      </p:sp>
      <p:sp>
        <p:nvSpPr>
          <p:cNvPr id="78" name="Rectangle 77">
            <a:extLst>
              <a:ext uri="{FF2B5EF4-FFF2-40B4-BE49-F238E27FC236}">
                <a16:creationId xmlns:a16="http://schemas.microsoft.com/office/drawing/2014/main" id="{EEEF7868-AE5D-457E-BDB4-3A64A7929154}"/>
              </a:ext>
            </a:extLst>
          </p:cNvPr>
          <p:cNvSpPr/>
          <p:nvPr/>
        </p:nvSpPr>
        <p:spPr>
          <a:xfrm>
            <a:off x="6700860" y="5452576"/>
            <a:ext cx="1857375" cy="276999"/>
          </a:xfrm>
          <a:prstGeom prst="rect">
            <a:avLst/>
          </a:prstGeom>
        </p:spPr>
        <p:txBody>
          <a:bodyPr wrap="square">
            <a:spAutoFit/>
          </a:bodyPr>
          <a:lstStyle/>
          <a:p>
            <a:pPr algn="ctr" rtl="1"/>
            <a:r>
              <a:rPr lang="ar-SA" sz="1200" b="1" dirty="0">
                <a:solidFill>
                  <a:srgbClr val="808185"/>
                </a:solidFill>
                <a:latin typeface="Frutiger LT Arabic 45 Light" panose="01000000000000000000" pitchFamily="2" charset="-78"/>
                <a:cs typeface="Frutiger LT Arabic 45 Light" panose="01000000000000000000" pitchFamily="2" charset="-78"/>
              </a:rPr>
              <a:t>العنواااان</a:t>
            </a:r>
          </a:p>
        </p:txBody>
      </p:sp>
      <p:sp>
        <p:nvSpPr>
          <p:cNvPr id="33" name="TextBox 32">
            <a:extLst>
              <a:ext uri="{FF2B5EF4-FFF2-40B4-BE49-F238E27FC236}">
                <a16:creationId xmlns:a16="http://schemas.microsoft.com/office/drawing/2014/main" id="{069F49C4-B651-442A-9722-24D5DC6E2702}"/>
              </a:ext>
            </a:extLst>
          </p:cNvPr>
          <p:cNvSpPr txBox="1"/>
          <p:nvPr/>
        </p:nvSpPr>
        <p:spPr>
          <a:xfrm>
            <a:off x="-2680490" y="3665162"/>
            <a:ext cx="5122309" cy="461665"/>
          </a:xfrm>
          <a:prstGeom prst="rect">
            <a:avLst/>
          </a:prstGeom>
          <a:noFill/>
        </p:spPr>
        <p:txBody>
          <a:bodyPr wrap="square" rtlCol="0">
            <a:spAutoFit/>
          </a:bodyPr>
          <a:lstStyle/>
          <a:p>
            <a:pPr algn="justLow" rtl="1"/>
            <a:r>
              <a:rPr lang="ar-SA" sz="2400" b="1" dirty="0">
                <a:solidFill>
                  <a:srgbClr val="01679B"/>
                </a:solidFill>
                <a:latin typeface="Frutiger LT Arabic 45 Light" pitchFamily="2" charset="-78"/>
                <a:cs typeface="Frutiger LT Arabic 45 Light" pitchFamily="2" charset="-78"/>
              </a:rPr>
              <a:t>مكان الصور</a:t>
            </a:r>
          </a:p>
        </p:txBody>
      </p:sp>
    </p:spTree>
    <p:extLst>
      <p:ext uri="{BB962C8B-B14F-4D97-AF65-F5344CB8AC3E}">
        <p14:creationId xmlns:p14="http://schemas.microsoft.com/office/powerpoint/2010/main" val="205143203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sisl xmlns:xsd="http://www.w3.org/2001/XMLSchema" xmlns:xsi="http://www.w3.org/2001/XMLSchema-instance" xmlns="http://www.boldonjames.com/2008/01/sie/internal/label" sislVersion="0" policy="b6a03dc0-bb8d-4c8f-85ad-cde9a6f7c0b6" origin="userSelected">
  <element uid="id_classification_nonbusiness" value=""/>
</sisl>
</file>

<file path=customXml/itemProps1.xml><?xml version="1.0" encoding="utf-8"?>
<ds:datastoreItem xmlns:ds="http://schemas.openxmlformats.org/officeDocument/2006/customXml" ds:itemID="{BCE485DA-A1F4-449A-B740-26E21FBF6920}">
  <ds:schemaRefs>
    <ds:schemaRef ds:uri="http://www.w3.org/2001/XMLSchema"/>
    <ds:schemaRef ds:uri="http://www.boldonjames.com/2008/01/sie/internal/label"/>
  </ds:schemaRefs>
</ds:datastoreItem>
</file>

<file path=docProps/app.xml><?xml version="1.0" encoding="utf-8"?>
<Properties xmlns="http://schemas.openxmlformats.org/officeDocument/2006/extended-properties" xmlns:vt="http://schemas.openxmlformats.org/officeDocument/2006/docPropsVTypes">
  <Template>Office Theme</Template>
  <TotalTime>4582</TotalTime>
  <Words>174</Words>
  <Application>Microsoft Office PowerPoint</Application>
  <PresentationFormat>On-screen Show (4:3)</PresentationFormat>
  <Paragraphs>28</Paragraphs>
  <Slides>2</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vt:i4>
      </vt:variant>
    </vt:vector>
  </HeadingPairs>
  <TitlesOfParts>
    <vt:vector size="9" baseType="lpstr">
      <vt:lpstr>Aptos</vt:lpstr>
      <vt:lpstr>Aptos Display</vt:lpstr>
      <vt:lpstr>Arial</vt:lpstr>
      <vt:lpstr>Calibri</vt:lpstr>
      <vt:lpstr>Frutiger LT Arabic 45 Light</vt:lpstr>
      <vt:lpstr>Frutiger LT Arabic 55 Roman</vt: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17916</dc:creator>
  <cp:keywords> عام / Public </cp:keywords>
  <cp:lastModifiedBy>Wasan Faisal Alghamdi</cp:lastModifiedBy>
  <cp:revision>89</cp:revision>
  <dcterms:created xsi:type="dcterms:W3CDTF">2024-07-31T09:41:25Z</dcterms:created>
  <dcterms:modified xsi:type="dcterms:W3CDTF">2026-05-27T00:14:09Z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ocIndexRef">
    <vt:lpwstr>6191d045-10ad-4014-bfd3-d1a403572cd1</vt:lpwstr>
  </property>
  <property fmtid="{D5CDD505-2E9C-101B-9397-08002B2CF9AE}" pid="3" name="bjClsUserRVM">
    <vt:lpwstr>[]</vt:lpwstr>
  </property>
  <property fmtid="{D5CDD505-2E9C-101B-9397-08002B2CF9AE}" pid="4" name="bjSaver">
    <vt:lpwstr>NX1iAXfCmwRTOlmYex1sYWQgknheWPAz</vt:lpwstr>
  </property>
  <property fmtid="{D5CDD505-2E9C-101B-9397-08002B2CF9AE}" pid="5" name="bjDocumentLabelXML">
    <vt:lpwstr>&lt;?xml version="1.0" encoding="us-ascii"?&gt;&lt;sisl xmlns:xsd="http://www.w3.org/2001/XMLSchema" xmlns:xsi="http://www.w3.org/2001/XMLSchema-instance" sislVersion="0" policy="b6a03dc0-bb8d-4c8f-85ad-cde9a6f7c0b6" origin="userSelected" xmlns="http://www.boldonj</vt:lpwstr>
  </property>
  <property fmtid="{D5CDD505-2E9C-101B-9397-08002B2CF9AE}" pid="6" name="bjDocumentLabelXML-0">
    <vt:lpwstr>ames.com/2008/01/sie/internal/label"&gt;&lt;element uid="id_classification_nonbusiness" value="" /&gt;&lt;/sisl&gt;</vt:lpwstr>
  </property>
  <property fmtid="{D5CDD505-2E9C-101B-9397-08002B2CF9AE}" pid="7" name="bjDocumentSecurityLabel">
    <vt:lpwstr> عام / Public </vt:lpwstr>
  </property>
</Properties>
</file>