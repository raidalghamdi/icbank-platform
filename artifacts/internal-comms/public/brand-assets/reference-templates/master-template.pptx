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2"/>
  </p:sldMasterIdLst>
  <p:notesMasterIdLst>
    <p:notesMasterId r:id="rId4"/>
  </p:notesMasterIdLst>
  <p:handoutMasterIdLst>
    <p:handoutMasterId r:id="rId5"/>
  </p:handoutMasterIdLst>
  <p:sldIdLst>
    <p:sldId id="2134808941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41A"/>
    <a:srgbClr val="01679B"/>
    <a:srgbClr val="808185"/>
    <a:srgbClr val="989A9F"/>
    <a:srgbClr val="00943D"/>
    <a:srgbClr val="6CAB00"/>
    <a:srgbClr val="F2F2F2"/>
    <a:srgbClr val="1C5831"/>
    <a:srgbClr val="064327"/>
    <a:srgbClr val="005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0" autoAdjust="0"/>
    <p:restoredTop sz="94694"/>
  </p:normalViewPr>
  <p:slideViewPr>
    <p:cSldViewPr snapToGrid="0">
      <p:cViewPr varScale="1">
        <p:scale>
          <a:sx n="88" d="100"/>
          <a:sy n="88" d="100"/>
        </p:scale>
        <p:origin x="108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EBDEB-6AD1-4902-9390-BBEDC62F4E0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9780F-0CBE-4D5D-A227-4746604F6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35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205A1-69D2-46FE-B8D7-BD0A1483654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493C1-46BE-4D26-B264-F2D4416A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2250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493C1-46BE-4D26-B264-F2D4416AF9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9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808C2E-005E-1306-4231-935D2E4EABFD}"/>
              </a:ext>
            </a:extLst>
          </p:cNvPr>
          <p:cNvSpPr/>
          <p:nvPr userDrawn="1"/>
        </p:nvSpPr>
        <p:spPr>
          <a:xfrm>
            <a:off x="3299792" y="1699591"/>
            <a:ext cx="487018" cy="5158409"/>
          </a:xfrm>
          <a:prstGeom prst="rect">
            <a:avLst/>
          </a:prstGeom>
          <a:solidFill>
            <a:srgbClr val="F2F2F2">
              <a:alpha val="799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S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986D2-4415-78B4-067C-5FBB2CC188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2467" cy="1699591"/>
          </a:xfrm>
          <a:prstGeom prst="rect">
            <a:avLst/>
          </a:prstGeom>
        </p:spPr>
      </p:pic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6A847A0F-C626-764A-BDBD-544BD011DB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704" y="520578"/>
            <a:ext cx="2067339" cy="644365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1050C4C-259F-B1FA-A7EB-038DF16E1B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99591"/>
            <a:ext cx="3419061" cy="515840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C8D0F-DF74-4B88-453A-E8E3F303A53A}"/>
              </a:ext>
            </a:extLst>
          </p:cNvPr>
          <p:cNvSpPr/>
          <p:nvPr userDrawn="1"/>
        </p:nvSpPr>
        <p:spPr>
          <a:xfrm>
            <a:off x="3786809" y="1699591"/>
            <a:ext cx="288235" cy="5158409"/>
          </a:xfrm>
          <a:prstGeom prst="rect">
            <a:avLst/>
          </a:prstGeom>
          <a:solidFill>
            <a:srgbClr val="F2F2F2">
              <a:alpha val="399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S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6E912A-59E3-3ECE-A461-E87C47A08A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-18469" r="14953" b="18469"/>
          <a:stretch>
            <a:fillRect/>
          </a:stretch>
        </p:blipFill>
        <p:spPr>
          <a:xfrm>
            <a:off x="3786808" y="5207000"/>
            <a:ext cx="5357192" cy="165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8F2E88-D764-48FD-9922-BF2DE378FE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34821" y="414382"/>
            <a:ext cx="2357104" cy="85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9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13589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7955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98878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4324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980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5201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418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5424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7890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430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CB0236-D1FB-4F16-9D91-75EBB401EC5C}"/>
              </a:ext>
            </a:extLst>
          </p:cNvPr>
          <p:cNvSpPr/>
          <p:nvPr userDrawn="1"/>
        </p:nvSpPr>
        <p:spPr>
          <a:xfrm>
            <a:off x="8900652" y="255639"/>
            <a:ext cx="243348" cy="452284"/>
          </a:xfrm>
          <a:prstGeom prst="rect">
            <a:avLst/>
          </a:prstGeom>
          <a:solidFill>
            <a:srgbClr val="9DC4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FE5182-08AF-443F-98CA-349052F61D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315" y="234161"/>
            <a:ext cx="1200151" cy="358963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266EE2A-69DB-0DDE-8838-9B5642F648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651455" y="6356351"/>
            <a:ext cx="3086100" cy="365125"/>
          </a:xfrm>
        </p:spPr>
        <p:txBody>
          <a:bodyPr/>
          <a:lstStyle>
            <a:lvl1pPr algn="r" rtl="1">
              <a:defRPr/>
            </a:lvl1pPr>
          </a:lstStyle>
          <a:p>
            <a:pPr algn="l" defTabSz="685800" rtl="0"/>
            <a:endParaRPr lang="en-GB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A865271-2D09-9828-E074-8EE6C677F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56580" y="6356351"/>
            <a:ext cx="361949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8EB16D5-C24E-4371-9951-8AC4E04B43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5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188C0-240C-0E48-A371-3B879BE12CCC}" type="datetimeFigureOut">
              <a:rPr lang="en-SA" smtClean="0"/>
              <a:t>06/12/2026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D9BDD-4BC3-3241-A9A7-D7E51DE1016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9220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806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b6a03dc0-bb8d-4c8f-85ad-cde9a6f7c0b6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332D7B26-977A-4C39-8B82-F02D6AD9C8F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4573</TotalTime>
  <Words>1</Words>
  <Application>Microsoft Office PowerPoint</Application>
  <PresentationFormat>On-screen Show (4:3)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17916</dc:creator>
  <cp:keywords>عام/Public</cp:keywords>
  <cp:lastModifiedBy>Thekra Altheyab</cp:lastModifiedBy>
  <cp:revision>90</cp:revision>
  <dcterms:created xsi:type="dcterms:W3CDTF">2024-07-31T09:41:25Z</dcterms:created>
  <dcterms:modified xsi:type="dcterms:W3CDTF">2026-06-12T17:49:19Z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859df39d-3e7f-475e-a780-6ce27cb53d3b</vt:lpwstr>
  </property>
  <property fmtid="{D5CDD505-2E9C-101B-9397-08002B2CF9AE}" pid="3" name="bjClsUserRVM">
    <vt:lpwstr>[]</vt:lpwstr>
  </property>
  <property fmtid="{D5CDD505-2E9C-101B-9397-08002B2CF9AE}" pid="4" name="bjSaver">
    <vt:lpwstr>NX1iAXfCmwRTOlmYex1sYWQgknheWPAz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policy="b6a03dc0-bb8d-4c8f-85ad-cde9a6f7c0b6" origin="userSelected" xmlns="http://www.boldonj</vt:lpwstr>
  </property>
  <property fmtid="{D5CDD505-2E9C-101B-9397-08002B2CF9AE}" pid="6" name="bjDocumentLabelXML-0">
    <vt:lpwstr>ames.com/2008/01/sie/internal/label"&gt;&lt;element uid="id_classification_nonbusiness" value="" /&gt;&lt;/sisl&gt;</vt:lpwstr>
  </property>
  <property fmtid="{D5CDD505-2E9C-101B-9397-08002B2CF9AE}" pid="7" name="bjDocumentSecurityLabel">
    <vt:lpwstr> عام / Public </vt:lpwstr>
  </property>
</Properties>
</file>